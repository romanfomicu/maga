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58" r:id="rId3"/>
    <p:sldId id="257" r:id="rId4"/>
    <p:sldId id="271" r:id="rId5"/>
    <p:sldId id="272" r:id="rId6"/>
    <p:sldId id="274" r:id="rId7"/>
    <p:sldId id="275" r:id="rId8"/>
    <p:sldId id="273" r:id="rId9"/>
    <p:sldId id="276" r:id="rId10"/>
    <p:sldId id="269" r:id="rId11"/>
    <p:sldId id="270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/>
    <p:restoredTop sz="94677"/>
  </p:normalViewPr>
  <p:slideViewPr>
    <p:cSldViewPr snapToGrid="0" snapToObjects="1">
      <p:cViewPr varScale="1">
        <p:scale>
          <a:sx n="79" d="100"/>
          <a:sy n="79" d="100"/>
        </p:scale>
        <p:origin x="13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7C79A8-D7AE-948E-97EC-0125EE3529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25D1A68-5E30-8AE9-578B-A2B73BDD2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B21BF1-EDFF-5E34-E6C3-D316617CD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2155A9-F7C0-0972-C145-0A3F77D68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5AA07F-31A0-2C12-3474-C14324E4A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65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6CE54C-7134-2CDB-C292-476E5DA13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48C923-FEE6-A094-6379-089B1FCCE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96BB7D-AFE1-A445-44AB-EF2CC78D3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223600-37A9-0074-BF30-FA0F7C4CB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AA833F-2202-E3DB-5C9E-3AE7D5806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985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374D15-3C67-0266-CCF7-B2A1F3D51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94A7F2-394E-A6FC-43B2-8928E25D5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6137D9-8A7A-A97A-EA81-727AF1A4E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CB2AA8-EBA7-EE0D-87ED-748174790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4A6CCE-4F40-FE92-981B-27E4B7FB6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448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2DC436-582F-DF4E-070B-0910BDE6F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D6EA45-DE5D-48CC-C0B4-5F68A8F75E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2EA1C6-20B2-8EF7-F4E2-2479E0E14C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9893CF1-CFCC-766D-EBF1-DF697DA55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9B1DCC8-C33A-476A-F68F-632816035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8362547-B349-E4BB-FEB1-500F170EE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695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9F9B87-8797-6ECA-1991-F480327DE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AD8FD3-87A9-AA3A-8F1C-7802E4E8B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4521C98-3286-0793-F482-A84CBAC603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B6D8247-BA47-A18E-73F6-262F590E4E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585E216-B961-7836-98F3-660680FB19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22E2EBE-32FB-8633-7DE4-D47A33275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850987E-4E52-AB57-1867-8EB7301B2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1C6D52E-44C6-B275-2F75-23FB24728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197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EF83C7-547C-1F4D-C347-8191479C8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64D31E9-6149-6DAE-2FB8-A90B861E6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93F6985-35E7-0589-2AD3-D42A1EF22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7BFC160-E2E6-31A1-4EFB-40A5AA82B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321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F2ACEC1-F293-9589-F280-C6BAB7206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052F934-F0B3-B7ED-65D4-DDBF8625A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F23FFE1-EF71-F06D-07BD-8AC877B1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838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AA1E07-45C9-7A0B-59B8-3BA4B8A08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909510-5DA4-571A-C301-0002B41A0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B74030A-9322-8FD8-BF24-AE589E94B8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E17281F-BA83-68E3-8004-5BC7F28C3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77F1BC3-2BBD-5E35-F89A-98844F3E3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06EB2D8-B58C-421C-0AE0-CEE35875A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897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9104AB-9B0D-F925-C492-DEC662B3F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5EB5E0A-B44E-8DA7-F164-62C81011C1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11BC352-A974-0D06-45ED-2D3157D5C7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911BB35-2344-BE95-BA3A-8D8EB1109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28DFAEA-8892-4A23-A8F1-A569ADC69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60573F1-879C-D510-42BE-D1471DFFB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305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BBC571-CAAD-6D60-351E-8CBD7FEFB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C4AD001-FD83-B8BF-DE76-BF1DEE79BF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451AFF-DA1D-42A7-2E25-D554B9F01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E2BF4B-DB94-90B6-357C-030A52C5E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CF353C-93F1-CBF4-9B98-1F05C9306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870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F1FCB5E-B393-6633-C3E9-7736CA0C59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24BBA3C-7869-5341-6F42-5C0D17A90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947038-4C02-8543-6A2C-0AB5AB32B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275745-FD66-3C49-02D1-76887BE96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670DA1A-3B79-7950-12CC-C27375F08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879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BE31C1-62F1-2C10-EF9D-21DCA1872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D1EBA5C-C6E1-5EB3-8143-9EAED6DA9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A89318-CC2B-6CBA-15BF-51298473E4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7FC586-8D15-B41A-2464-1883CF9608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905822-3E1C-C5B8-2AE5-9763E7FDAE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973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457162"/>
            <a:ext cx="8515350" cy="1505238"/>
          </a:xfrm>
        </p:spPr>
        <p:txBody>
          <a:bodyPr>
            <a:normAutofit/>
          </a:bodyPr>
          <a:lstStyle/>
          <a:p>
            <a:r>
              <a:rPr lang="ru-RU" sz="4800" dirty="0">
                <a:latin typeface="Calibri" panose="020F0502020204030204" pitchFamily="34" charset="0"/>
                <a:cs typeface="Calibri" panose="020F0502020204030204" pitchFamily="34" charset="0"/>
              </a:rPr>
              <a:t>Задачи оптимизации и </a:t>
            </a:r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CSRP</a:t>
            </a:r>
            <a:endParaRPr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6759" y="5533735"/>
            <a:ext cx="5287241" cy="959139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Подготовил студент группы ИКМО-03-25</a:t>
            </a:r>
          </a:p>
          <a:p>
            <a:pPr marL="0" indent="0">
              <a:buNone/>
            </a:pPr>
            <a:r>
              <a:rPr lang="ru-RU" dirty="0"/>
              <a:t>Фомичев Роман Алексеевич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</a:t>
            </a:r>
            <a:r>
              <a:rPr dirty="0"/>
              <a:t> </a:t>
            </a:r>
            <a:r>
              <a:rPr lang="ru-RU" dirty="0"/>
              <a:t>такое </a:t>
            </a:r>
            <a:r>
              <a:rPr dirty="0"/>
              <a:t>CSRP</a:t>
            </a:r>
            <a:r>
              <a:rPr lang="en-US" dirty="0"/>
              <a:t>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21408"/>
            <a:ext cx="8153400" cy="40507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419" dirty="0"/>
              <a:t>CSRP (Customer Synchronized Resource Planning) — </a:t>
            </a:r>
            <a:r>
              <a:rPr lang="ru-RU" dirty="0"/>
              <a:t>это</a:t>
            </a:r>
            <a:r>
              <a:rPr lang="en-US" dirty="0"/>
              <a:t> </a:t>
            </a:r>
            <a:r>
              <a:rPr lang="ru-RU" dirty="0"/>
              <a:t>система планирования ресурсов под клиента</a:t>
            </a:r>
          </a:p>
          <a:p>
            <a:pPr>
              <a:lnSpc>
                <a:spcPct val="150000"/>
              </a:lnSpc>
            </a:pPr>
            <a:r>
              <a:rPr lang="ru-RU" dirty="0"/>
              <a:t>Основана</a:t>
            </a:r>
            <a:r>
              <a:rPr dirty="0"/>
              <a:t> </a:t>
            </a:r>
            <a:r>
              <a:rPr lang="ru-RU" dirty="0"/>
              <a:t>на</a:t>
            </a:r>
            <a:r>
              <a:rPr dirty="0"/>
              <a:t> </a:t>
            </a:r>
            <a:r>
              <a:rPr lang="ru-RU" dirty="0"/>
              <a:t>потребностях клиента </a:t>
            </a:r>
          </a:p>
          <a:p>
            <a:pPr>
              <a:lnSpc>
                <a:spcPct val="150000"/>
              </a:lnSpc>
            </a:pPr>
            <a:endParaRPr lang="ru-RU" dirty="0"/>
          </a:p>
          <a:p>
            <a:pPr marL="0" indent="0">
              <a:lnSpc>
                <a:spcPct val="150000"/>
              </a:lnSpc>
              <a:buNone/>
            </a:pPr>
            <a:r>
              <a:rPr lang="ru-RU" dirty="0"/>
              <a:t>Сначала узнаём потребности -</a:t>
            </a:r>
            <a:r>
              <a:rPr lang="en-US" dirty="0"/>
              <a:t>&gt;</a:t>
            </a:r>
            <a:r>
              <a:rPr lang="ru-RU" dirty="0"/>
              <a:t> затем распределяем ресурсы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 и цели оптимизации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ru-RU" dirty="0"/>
              <a:t>Задачи оптимизации </a:t>
            </a:r>
            <a:r>
              <a:rPr lang="en-US" dirty="0"/>
              <a:t>–</a:t>
            </a:r>
            <a:r>
              <a:rPr lang="ru-RU" dirty="0"/>
              <a:t> это поиск наилучшего решения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dirty="0"/>
              <a:t>Цель</a:t>
            </a:r>
            <a:r>
              <a:rPr lang="en-US" dirty="0"/>
              <a:t> – </a:t>
            </a:r>
            <a:r>
              <a:rPr lang="ru-RU" dirty="0"/>
              <a:t>Минимизировать затраты или максимизировать результат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dirty="0"/>
              <a:t>Используются в экономике, логистике и </a:t>
            </a:r>
            <a:r>
              <a:rPr lang="ru-RU" dirty="0" err="1"/>
              <a:t>д.р</a:t>
            </a:r>
            <a:r>
              <a:rPr lang="ru-RU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22A51-0BFD-AE45-B17E-79810AB86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D8B91-E5E4-5527-3B71-B72BE2EA5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задач оптимизации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D5FEC-1F0F-1869-DA75-F2A3140EF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ru-RU" dirty="0"/>
              <a:t>Минимизация (затраты, время)</a:t>
            </a:r>
          </a:p>
          <a:p>
            <a:pPr>
              <a:lnSpc>
                <a:spcPct val="150000"/>
              </a:lnSpc>
            </a:pPr>
            <a:r>
              <a:rPr lang="ru-RU" dirty="0"/>
              <a:t>Максимизация (прибыль, эффективность)</a:t>
            </a:r>
          </a:p>
          <a:p>
            <a:pPr>
              <a:lnSpc>
                <a:spcPct val="150000"/>
              </a:lnSpc>
            </a:pPr>
            <a:r>
              <a:rPr lang="ru-RU" dirty="0"/>
              <a:t>Многокритериальные задачи</a:t>
            </a:r>
          </a:p>
          <a:p>
            <a:pPr>
              <a:lnSpc>
                <a:spcPct val="150000"/>
              </a:lnSpc>
            </a:pPr>
            <a:r>
              <a:rPr lang="ru-RU" dirty="0"/>
              <a:t>Ограниченные задачи (ресурсы, время)</a:t>
            </a:r>
          </a:p>
        </p:txBody>
      </p:sp>
    </p:spTree>
    <p:extLst>
      <p:ext uri="{BB962C8B-B14F-4D97-AF65-F5344CB8AC3E}">
        <p14:creationId xmlns:p14="http://schemas.microsoft.com/office/powerpoint/2010/main" val="1158955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7E662-E2E7-F155-EDFF-E345A7A9C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86BFF-AB9A-C053-EA35-AEFF599D4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Связь оптимизации и </a:t>
            </a:r>
            <a:r>
              <a:rPr lang="en-US" dirty="0"/>
              <a:t>CSRP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25C7F-254F-ADE7-C70D-F68DC8548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ru-RU" dirty="0"/>
              <a:t>Оптимизация помогает эффективно распределять ресурсы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dirty="0"/>
              <a:t>CSRP использует оптимизацию для персонализации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dirty="0"/>
              <a:t>Цель — лучший результат для клиента</a:t>
            </a:r>
          </a:p>
        </p:txBody>
      </p:sp>
    </p:spTree>
    <p:extLst>
      <p:ext uri="{BB962C8B-B14F-4D97-AF65-F5344CB8AC3E}">
        <p14:creationId xmlns:p14="http://schemas.microsoft.com/office/powerpoint/2010/main" val="2472450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13126-83E9-8E3E-F25E-77F51748A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6BB48-98C2-E14A-772C-E4A9F7159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753DE-8446-B215-87EA-0680AAA60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ru-RU" dirty="0"/>
              <a:t>Эффективность</a:t>
            </a:r>
          </a:p>
          <a:p>
            <a:pPr>
              <a:lnSpc>
                <a:spcPct val="150000"/>
              </a:lnSpc>
            </a:pPr>
            <a:r>
              <a:rPr lang="ru-RU" dirty="0"/>
              <a:t>Экономия ресурсов</a:t>
            </a:r>
          </a:p>
          <a:p>
            <a:pPr>
              <a:lnSpc>
                <a:spcPct val="150000"/>
              </a:lnSpc>
            </a:pPr>
            <a:r>
              <a:rPr lang="ru-RU" dirty="0"/>
              <a:t>Персонализация</a:t>
            </a:r>
          </a:p>
          <a:p>
            <a:pPr>
              <a:lnSpc>
                <a:spcPct val="150000"/>
              </a:lnSpc>
            </a:pPr>
            <a:r>
              <a:rPr lang="ru-RU" dirty="0"/>
              <a:t>Повышение качества услуг</a:t>
            </a:r>
          </a:p>
        </p:txBody>
      </p:sp>
    </p:spTree>
    <p:extLst>
      <p:ext uri="{BB962C8B-B14F-4D97-AF65-F5344CB8AC3E}">
        <p14:creationId xmlns:p14="http://schemas.microsoft.com/office/powerpoint/2010/main" val="2512504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81D1D-556B-ADBF-65AC-176E7C393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EE93C-F34E-DB39-4B7B-442969D07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Недостатки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5CC33-9AA1-58FC-EABE-0B438E256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ru-RU" dirty="0"/>
              <a:t>Сложность внедрения</a:t>
            </a:r>
          </a:p>
          <a:p>
            <a:pPr>
              <a:lnSpc>
                <a:spcPct val="150000"/>
              </a:lnSpc>
            </a:pPr>
            <a:r>
              <a:rPr lang="ru-RU" dirty="0"/>
              <a:t>Высокая стоимость</a:t>
            </a:r>
          </a:p>
          <a:p>
            <a:pPr>
              <a:lnSpc>
                <a:spcPct val="150000"/>
              </a:lnSpc>
            </a:pPr>
            <a:r>
              <a:rPr lang="ru-RU" dirty="0"/>
              <a:t>Требует данных и технологий</a:t>
            </a:r>
          </a:p>
        </p:txBody>
      </p:sp>
    </p:spTree>
    <p:extLst>
      <p:ext uri="{BB962C8B-B14F-4D97-AF65-F5344CB8AC3E}">
        <p14:creationId xmlns:p14="http://schemas.microsoft.com/office/powerpoint/2010/main" val="854351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DB3F3-4968-903F-09C1-A66192ABA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B1230-F232-A5B6-E172-71D1F8809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логистика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5028C-5126-CF5E-C7CC-4E3AFF19B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ru-RU" dirty="0"/>
              <a:t>Оптимизация маршрутов доставки</a:t>
            </a:r>
          </a:p>
          <a:p>
            <a:pPr>
              <a:lnSpc>
                <a:spcPct val="150000"/>
              </a:lnSpc>
            </a:pPr>
            <a:r>
              <a:rPr lang="ru-RU" dirty="0"/>
              <a:t>Снижение затрат</a:t>
            </a:r>
          </a:p>
          <a:p>
            <a:pPr>
              <a:lnSpc>
                <a:spcPct val="150000"/>
              </a:lnSpc>
            </a:pPr>
            <a:r>
              <a:rPr lang="ru-RU" dirty="0"/>
              <a:t>Учет потребностей клиента</a:t>
            </a:r>
          </a:p>
        </p:txBody>
      </p:sp>
    </p:spTree>
    <p:extLst>
      <p:ext uri="{BB962C8B-B14F-4D97-AF65-F5344CB8AC3E}">
        <p14:creationId xmlns:p14="http://schemas.microsoft.com/office/powerpoint/2010/main" val="957706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57304-3E59-5716-2168-81CA72165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00BF4-D3BA-65C8-2877-717579A65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транспорт(такси)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ECE8F-EE4D-B54A-1162-2FD815A67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ru-RU" dirty="0"/>
              <a:t>Оптимизация распределения машин</a:t>
            </a:r>
          </a:p>
          <a:p>
            <a:pPr>
              <a:lnSpc>
                <a:spcPct val="150000"/>
              </a:lnSpc>
            </a:pPr>
            <a:r>
              <a:rPr lang="ru-RU" dirty="0"/>
              <a:t>Минимизация времени ожидания</a:t>
            </a:r>
          </a:p>
          <a:p>
            <a:pPr>
              <a:lnSpc>
                <a:spcPct val="150000"/>
              </a:lnSpc>
            </a:pPr>
            <a:r>
              <a:rPr lang="ru-RU" dirty="0"/>
              <a:t>Учет спроса в реальном времени</a:t>
            </a:r>
          </a:p>
        </p:txBody>
      </p:sp>
    </p:spTree>
    <p:extLst>
      <p:ext uri="{BB962C8B-B14F-4D97-AF65-F5344CB8AC3E}">
        <p14:creationId xmlns:p14="http://schemas.microsoft.com/office/powerpoint/2010/main" val="3992605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ru-RU" dirty="0"/>
              <a:t>Оптимизация + CSRP = эффективные системы</a:t>
            </a:r>
          </a:p>
          <a:p>
            <a:pPr>
              <a:lnSpc>
                <a:spcPct val="150000"/>
              </a:lnSpc>
            </a:pPr>
            <a:r>
              <a:rPr lang="ru-RU" dirty="0"/>
              <a:t>Ориентация на клиента — главный тренд</a:t>
            </a:r>
          </a:p>
          <a:p>
            <a:pPr>
              <a:lnSpc>
                <a:spcPct val="150000"/>
              </a:lnSpc>
            </a:pPr>
            <a:r>
              <a:rPr lang="ru-RU" dirty="0"/>
              <a:t>Используется во многих сферах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537460"/>
            <a:ext cx="9144000" cy="1609344"/>
          </a:xfrm>
        </p:spPr>
        <p:txBody>
          <a:bodyPr/>
          <a:lstStyle/>
          <a:p>
            <a:pPr algn="ctr"/>
            <a:r>
              <a:rPr lang="ru-RU" dirty="0"/>
              <a:t>Спасибо </a:t>
            </a:r>
            <a:r>
              <a:rPr lang="ru-RU"/>
              <a:t>за внимание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</TotalTime>
  <Words>178</Words>
  <Application>Microsoft Office PowerPoint</Application>
  <PresentationFormat>Экран (4:3)</PresentationFormat>
  <Paragraphs>43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Тема Office</vt:lpstr>
      <vt:lpstr>Задачи оптимизации и CSRP</vt:lpstr>
      <vt:lpstr>Что такое CSRP?</vt:lpstr>
      <vt:lpstr>Задачи и цели оптимизации</vt:lpstr>
      <vt:lpstr>Виды задач оптимизации</vt:lpstr>
      <vt:lpstr>Связь оптимизации и CSRP</vt:lpstr>
      <vt:lpstr>Преимущества</vt:lpstr>
      <vt:lpstr>Недостатки</vt:lpstr>
      <vt:lpstr>Пример: логистика</vt:lpstr>
      <vt:lpstr>Пример: транспорт(такси)</vt:lpstr>
      <vt:lpstr>Итоги</vt:lpstr>
      <vt:lpstr>Спасибо за внимание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3BE3DA</cp:lastModifiedBy>
  <cp:revision>15</cp:revision>
  <dcterms:created xsi:type="dcterms:W3CDTF">2013-01-27T09:14:16Z</dcterms:created>
  <dcterms:modified xsi:type="dcterms:W3CDTF">2026-04-13T15:12:10Z</dcterms:modified>
  <cp:category/>
</cp:coreProperties>
</file>