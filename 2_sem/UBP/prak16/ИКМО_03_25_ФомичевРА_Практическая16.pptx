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15208C-DEC6-1E30-1868-982925825C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9C29AB-9495-4C30-7DF9-51B3C6E16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ECC4BC-C6E0-E77C-D4C2-F1965C395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5149F8-7571-0F30-82E3-378204207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10E7ED-3D6E-16C4-CFFE-019D32F0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726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D94EA-E1D7-5B1A-BAF1-1394C8D8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4D5F40-9D60-064A-3D79-B22A4044C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5BE967-2FFB-0455-D31E-2EE6D6521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76BBCA-84DD-ECC9-DE87-4DCC1E4BC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963537-96D9-D3BB-D39B-24209161C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193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0D16F-773D-4087-D06D-65790419C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D50270-288E-F66E-363D-1161CCBD9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DBD08A-A304-F8FF-867B-61BA65E91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A259A3-04D1-7453-90F3-02615AD79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14B0CC-C6B8-ED1A-7A6E-D3573DFFA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6610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EA8C89-6785-653E-28A7-7675A3CFB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74AE41-B40C-16A0-7679-04752BBB7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041CE2-8AD5-8D25-13AB-96ECCAD6C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F65D964-E60C-E3CB-14DE-D76FA17D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E6B815-EB41-348A-7ED3-87F128B8C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EA9C9A-4A84-409B-EE0A-DFDC1715C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655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60B19-F5D3-5000-2DBA-0687DABA1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B7E11B-7B89-111F-9B18-053A30D81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2E2C3A5-8C72-0DC7-0306-17787D530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22CDAE9-C6E9-C9B3-AD2B-C81251D72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4C513A6-7491-7D14-6B55-0CA50F51D4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3C0399A-B4F1-C3EA-5621-22271D3CD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817BFC5-617C-A7B3-CD5B-6B427E6F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E9BC0FE-322E-2C6C-9977-56A4A481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4693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021DB-9BCB-9AE7-08DC-07B32A78B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FBF0F72-7260-9B49-DC7C-D27D4CFC3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A43D16-06D3-B9AC-BB64-E0678D6F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05C4C1C-EAB2-3A3D-FE48-66DB641E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5344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F35BB01-5EA0-056F-B260-FCC29A286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4EA1E0A-6A11-66F9-3AAD-AD898AF11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D73C5A-AE8B-3626-483D-E3E390CC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042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FAB5CF-0E6A-CD1E-FD99-B06910FAF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B5E3AA-16D3-1C03-6C1D-5B43D843F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9340D62-EF84-6D3A-5F00-4BEDAA3C7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1D912C-1D04-022A-1949-9049B453A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BD7C89-0111-466F-AAB2-617105B71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2176D9-9DC7-D7DC-1D5B-30DFE67CC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260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9398AE-7DE2-D1F9-BBFD-8A72FE29C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DD25E3F-19DB-004E-B790-EE56FCCA92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D6397D-DB76-F953-D844-82B46C428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16E8BF-512C-716F-011B-F230683B6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1E0F21-6B98-FD3D-68DE-FDC049BCB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90FC20-BB19-7B28-4F87-D9A9C7A50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5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77D74F-35B4-3E63-087F-E70B5CDEC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A0056D-FFF0-E84D-468B-63B3F5E34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E99EDB-66CC-3717-7BAE-05151AAA1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1BF42B-99F9-2F4C-C717-3953F5D7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A1D101-CF7E-AE67-BDC1-343E954C1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912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411F19C-818E-790B-C0A7-82E5CD99DE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9F7B9C4-094B-DCD4-6661-358F96EDF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87F516-1721-0AA4-3417-3B40022E4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449B94-F1F5-5AAE-1217-B34C6D61A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81F2F1-9DD4-4F9B-0A31-DB7123C71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925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C61F94-22A0-546A-0BA9-56A85F71B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571CCC-ECDD-3DD3-FC2B-630821A7C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64391B-FA58-2EFD-DBF7-E9807F0B0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1C245-EC9D-45AB-B281-B67E417C6146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44F408-E8F3-0D3E-48ED-F40F48BBAD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10E454-267E-46AA-C780-D8683F121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23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7F8CF-A0E2-387F-26CF-3809C6BC69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Ozon (</a:t>
            </a:r>
            <a:r>
              <a:rPr lang="ru-RU" dirty="0"/>
              <a:t>ООО «Интернет Решения»)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EA577F3-C273-1025-B9BE-B05717DD6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6688" y="4610911"/>
            <a:ext cx="1875112" cy="187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7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388C5-E3A7-5E98-610C-89323911D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ООО «Интернет Решения»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361493-0E3E-1E4E-72B9-4D7FE1E65412}"/>
              </a:ext>
            </a:extLst>
          </p:cNvPr>
          <p:cNvSpPr txBox="1"/>
          <p:nvPr/>
        </p:nvSpPr>
        <p:spPr>
          <a:xfrm>
            <a:off x="838200" y="1837094"/>
            <a:ext cx="99497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Сфера деятельности:</a:t>
            </a:r>
            <a:endParaRPr lang="ru-RU" sz="2400" dirty="0"/>
          </a:p>
          <a:p>
            <a:r>
              <a:rPr lang="ru-RU" sz="2400" dirty="0"/>
              <a:t>По ОКВЭД 47 — Розничная торговля, кроме торговли автотранспортными средствами и мотоциклами </a:t>
            </a:r>
          </a:p>
          <a:p>
            <a:r>
              <a:rPr lang="ru-RU" sz="2400" b="1" dirty="0"/>
              <a:t>Основной вид деятельности:</a:t>
            </a:r>
            <a:endParaRPr lang="ru-RU" sz="2400" dirty="0"/>
          </a:p>
          <a:p>
            <a:r>
              <a:rPr lang="ru-RU" sz="2400" dirty="0"/>
              <a:t>47.91 — Торговля розничная по почте или по информационно-коммуникационной сети Интернет </a:t>
            </a:r>
          </a:p>
          <a:p>
            <a:r>
              <a:rPr lang="ru-RU" sz="2400" b="1" dirty="0"/>
              <a:t>Отраслевая принадлежность:</a:t>
            </a:r>
            <a:endParaRPr lang="ru-RU" sz="2400" dirty="0"/>
          </a:p>
          <a:p>
            <a:r>
              <a:rPr lang="ru-RU" sz="2400" dirty="0"/>
              <a:t>47.9 — Розничная торговля вне магазинов</a:t>
            </a:r>
          </a:p>
        </p:txBody>
      </p:sp>
    </p:spTree>
    <p:extLst>
      <p:ext uri="{BB962C8B-B14F-4D97-AF65-F5344CB8AC3E}">
        <p14:creationId xmlns:p14="http://schemas.microsoft.com/office/powerpoint/2010/main" val="202804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84E3B-6360-E9A1-CE2E-DFDD52DF0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64555-F81D-2A0F-4DD8-31803147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деятельности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6C16F-519A-70E6-7595-8BD2B7D7F067}"/>
              </a:ext>
            </a:extLst>
          </p:cNvPr>
          <p:cNvSpPr txBox="1"/>
          <p:nvPr/>
        </p:nvSpPr>
        <p:spPr>
          <a:xfrm>
            <a:off x="838200" y="1837094"/>
            <a:ext cx="994977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Основной вид деятельности:</a:t>
            </a:r>
            <a:endParaRPr lang="ru-RU" sz="2400" dirty="0"/>
          </a:p>
          <a:p>
            <a:r>
              <a:rPr lang="ru-RU" sz="2400" dirty="0"/>
              <a:t>47.91 — Интернет-торговля </a:t>
            </a:r>
          </a:p>
          <a:p>
            <a:r>
              <a:rPr lang="ru-RU" sz="2400" b="1" dirty="0"/>
              <a:t>Дополнительные виды деятельности: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52.29 — Деятельность вспомогательная прочая, связанная с перевозками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52.10 — Складирование и хранение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62.01 — Разработка компьютерного программного обеспечения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63.11 — Обработка данных, размещение информации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64.99 — Предоставление прочих финансовых услуг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73.11 — Деятельность рекламных агентств</a:t>
            </a:r>
          </a:p>
        </p:txBody>
      </p:sp>
    </p:spTree>
    <p:extLst>
      <p:ext uri="{BB962C8B-B14F-4D97-AF65-F5344CB8AC3E}">
        <p14:creationId xmlns:p14="http://schemas.microsoft.com/office/powerpoint/2010/main" val="697253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F4939-7FA4-DE66-528C-A46E38D9B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68E1E-E001-AA68-004C-4411D7F1A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Основной продукт(услуга)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1F15D8-28D7-C339-0974-09D5BD5D316F}"/>
              </a:ext>
            </a:extLst>
          </p:cNvPr>
          <p:cNvSpPr txBox="1"/>
          <p:nvPr/>
        </p:nvSpPr>
        <p:spPr>
          <a:xfrm>
            <a:off x="838200" y="1837094"/>
            <a:ext cx="99497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Услуги: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Продажа товаров через интернет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Доставка заказов (логистика </a:t>
            </a:r>
            <a:r>
              <a:rPr lang="ru-RU" sz="2400" dirty="0" err="1"/>
              <a:t>Ozon</a:t>
            </a:r>
            <a:r>
              <a:rPr lang="ru-RU" sz="2400" dirty="0"/>
              <a:t>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Услуги для продавцов (хранение, продвижение, аналитика)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Финансовые сервисы (оплата, рассрочка)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761161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137</Words>
  <Application>Microsoft Office PowerPoint</Application>
  <PresentationFormat>Широкоэкранный</PresentationFormat>
  <Paragraphs>24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Ozon (ООО «Интернет Решения»)</vt:lpstr>
      <vt:lpstr>ООО «Интернет Решения»</vt:lpstr>
      <vt:lpstr>Виды деятельности</vt:lpstr>
      <vt:lpstr>Основной продукт(услуга)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3BE3DA</dc:creator>
  <cp:lastModifiedBy>3BE3DA</cp:lastModifiedBy>
  <cp:revision>2</cp:revision>
  <dcterms:created xsi:type="dcterms:W3CDTF">2026-05-03T10:32:27Z</dcterms:created>
  <dcterms:modified xsi:type="dcterms:W3CDTF">2026-05-03T11:53:05Z</dcterms:modified>
</cp:coreProperties>
</file>