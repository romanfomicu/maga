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sldSz cx="12192000" cy="6858000"/>
  <p:notesSz cx="6858000" cy="9144000"/>
  <p:defaultText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3009"/>
    <p:restoredTop sz="94638"/>
  </p:normalViewPr>
  <p:slideViewPr>
    <p:cSldViewPr snapToGrid="0">
      <p:cViewPr varScale="1">
        <p:scale>
          <a:sx n="79" d="100"/>
          <a:sy n="79" d="100"/>
        </p:scale>
        <p:origin x="941"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Титульный слайд">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E0176EEF-BDDB-EDCC-C6BA-3F06F4EB39FB}"/>
              </a:ext>
            </a:extLst>
          </p:cNvPr>
          <p:cNvSpPr>
            <a:spLocks noGrp="1"/>
          </p:cNvSpPr>
          <p:nvPr>
            <p:ph type="ctrTitle"/>
          </p:nvPr>
        </p:nvSpPr>
        <p:spPr>
          <a:xfrm>
            <a:off x="1524000" y="1122363"/>
            <a:ext cx="9144000" cy="2387600"/>
          </a:xfrm>
        </p:spPr>
        <p:txBody>
          <a:bodyPr anchor="b"/>
          <a:lstStyle>
            <a:lvl1pPr algn="ctr">
              <a:defRPr sz="6000"/>
            </a:lvl1pPr>
          </a:lstStyle>
          <a:p>
            <a:r>
              <a:rPr lang="ru-RU"/>
              <a:t>Образец заголовка</a:t>
            </a:r>
          </a:p>
        </p:txBody>
      </p:sp>
      <p:sp>
        <p:nvSpPr>
          <p:cNvPr id="3" name="Подзаголовок 2">
            <a:extLst>
              <a:ext uri="{FF2B5EF4-FFF2-40B4-BE49-F238E27FC236}">
                <a16:creationId xmlns:a16="http://schemas.microsoft.com/office/drawing/2014/main" id="{349B1C73-301F-9506-F9D9-E45ACD18170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ru-RU"/>
              <a:t>Образец подзаголовка</a:t>
            </a:r>
          </a:p>
        </p:txBody>
      </p:sp>
      <p:sp>
        <p:nvSpPr>
          <p:cNvPr id="4" name="Дата 3">
            <a:extLst>
              <a:ext uri="{FF2B5EF4-FFF2-40B4-BE49-F238E27FC236}">
                <a16:creationId xmlns:a16="http://schemas.microsoft.com/office/drawing/2014/main" id="{50AC1B4C-664F-8C90-E6FE-2AAA28F7F7EA}"/>
              </a:ext>
            </a:extLst>
          </p:cNvPr>
          <p:cNvSpPr>
            <a:spLocks noGrp="1"/>
          </p:cNvSpPr>
          <p:nvPr>
            <p:ph type="dt" sz="half" idx="10"/>
          </p:nvPr>
        </p:nvSpPr>
        <p:spPr/>
        <p:txBody>
          <a:bodyPr/>
          <a:lstStyle/>
          <a:p>
            <a:fld id="{AF779E09-8355-E348-924A-A0A7A2A44AA4}" type="datetimeFigureOut">
              <a:rPr lang="ru-RU" smtClean="0"/>
              <a:t>21.05.2026</a:t>
            </a:fld>
            <a:endParaRPr lang="ru-RU"/>
          </a:p>
        </p:txBody>
      </p:sp>
      <p:sp>
        <p:nvSpPr>
          <p:cNvPr id="5" name="Нижний колонтитул 4">
            <a:extLst>
              <a:ext uri="{FF2B5EF4-FFF2-40B4-BE49-F238E27FC236}">
                <a16:creationId xmlns:a16="http://schemas.microsoft.com/office/drawing/2014/main" id="{7AC06318-9F99-842D-FA92-77FCFD2BB0FF}"/>
              </a:ext>
            </a:extLst>
          </p:cNvPr>
          <p:cNvSpPr>
            <a:spLocks noGrp="1"/>
          </p:cNvSpPr>
          <p:nvPr>
            <p:ph type="ftr" sz="quarter" idx="11"/>
          </p:nvPr>
        </p:nvSpPr>
        <p:spPr/>
        <p:txBody>
          <a:bodyPr/>
          <a:lstStyle/>
          <a:p>
            <a:endParaRPr lang="ru-RU"/>
          </a:p>
        </p:txBody>
      </p:sp>
      <p:sp>
        <p:nvSpPr>
          <p:cNvPr id="6" name="Номер слайда 5">
            <a:extLst>
              <a:ext uri="{FF2B5EF4-FFF2-40B4-BE49-F238E27FC236}">
                <a16:creationId xmlns:a16="http://schemas.microsoft.com/office/drawing/2014/main" id="{1C7064E4-EBD5-52E0-8C9B-FB5107178520}"/>
              </a:ext>
            </a:extLst>
          </p:cNvPr>
          <p:cNvSpPr>
            <a:spLocks noGrp="1"/>
          </p:cNvSpPr>
          <p:nvPr>
            <p:ph type="sldNum" sz="quarter" idx="12"/>
          </p:nvPr>
        </p:nvSpPr>
        <p:spPr/>
        <p:txBody>
          <a:bodyPr/>
          <a:lstStyle/>
          <a:p>
            <a:fld id="{63125289-B6D1-B945-8FA8-F7BD58A0C258}" type="slidenum">
              <a:rPr lang="ru-RU" smtClean="0"/>
              <a:t>‹#›</a:t>
            </a:fld>
            <a:endParaRPr lang="ru-RU"/>
          </a:p>
        </p:txBody>
      </p:sp>
    </p:spTree>
    <p:extLst>
      <p:ext uri="{BB962C8B-B14F-4D97-AF65-F5344CB8AC3E}">
        <p14:creationId xmlns:p14="http://schemas.microsoft.com/office/powerpoint/2010/main" val="318851034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Заголовок и объект">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05F0D7D9-FC44-5605-3B0D-A723EC269DD1}"/>
              </a:ext>
            </a:extLst>
          </p:cNvPr>
          <p:cNvSpPr>
            <a:spLocks noGrp="1"/>
          </p:cNvSpPr>
          <p:nvPr>
            <p:ph type="title"/>
          </p:nvPr>
        </p:nvSpPr>
        <p:spPr/>
        <p:txBody>
          <a:bodyPr/>
          <a:lstStyle/>
          <a:p>
            <a:r>
              <a:rPr lang="ru-RU"/>
              <a:t>Образец заголовка</a:t>
            </a:r>
          </a:p>
        </p:txBody>
      </p:sp>
      <p:sp>
        <p:nvSpPr>
          <p:cNvPr id="3" name="Объект 2">
            <a:extLst>
              <a:ext uri="{FF2B5EF4-FFF2-40B4-BE49-F238E27FC236}">
                <a16:creationId xmlns:a16="http://schemas.microsoft.com/office/drawing/2014/main" id="{8F2EFDC2-5E27-14D8-095A-56AB188330D7}"/>
              </a:ext>
            </a:extLst>
          </p:cNvPr>
          <p:cNvSpPr>
            <a:spLocks noGrp="1"/>
          </p:cNvSpPr>
          <p:nvPr>
            <p:ph idx="1"/>
          </p:nvPr>
        </p:nvSpPr>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Дата 3">
            <a:extLst>
              <a:ext uri="{FF2B5EF4-FFF2-40B4-BE49-F238E27FC236}">
                <a16:creationId xmlns:a16="http://schemas.microsoft.com/office/drawing/2014/main" id="{461E7BDF-1BA9-40A1-E894-62613DB7714B}"/>
              </a:ext>
            </a:extLst>
          </p:cNvPr>
          <p:cNvSpPr>
            <a:spLocks noGrp="1"/>
          </p:cNvSpPr>
          <p:nvPr>
            <p:ph type="dt" sz="half" idx="10"/>
          </p:nvPr>
        </p:nvSpPr>
        <p:spPr/>
        <p:txBody>
          <a:bodyPr/>
          <a:lstStyle/>
          <a:p>
            <a:fld id="{AF779E09-8355-E348-924A-A0A7A2A44AA4}" type="datetimeFigureOut">
              <a:rPr lang="ru-RU" smtClean="0"/>
              <a:t>21.05.2026</a:t>
            </a:fld>
            <a:endParaRPr lang="ru-RU"/>
          </a:p>
        </p:txBody>
      </p:sp>
      <p:sp>
        <p:nvSpPr>
          <p:cNvPr id="5" name="Нижний колонтитул 4">
            <a:extLst>
              <a:ext uri="{FF2B5EF4-FFF2-40B4-BE49-F238E27FC236}">
                <a16:creationId xmlns:a16="http://schemas.microsoft.com/office/drawing/2014/main" id="{903116E9-B86A-9F9A-C299-4250E5663286}"/>
              </a:ext>
            </a:extLst>
          </p:cNvPr>
          <p:cNvSpPr>
            <a:spLocks noGrp="1"/>
          </p:cNvSpPr>
          <p:nvPr>
            <p:ph type="ftr" sz="quarter" idx="11"/>
          </p:nvPr>
        </p:nvSpPr>
        <p:spPr/>
        <p:txBody>
          <a:bodyPr/>
          <a:lstStyle/>
          <a:p>
            <a:endParaRPr lang="ru-RU"/>
          </a:p>
        </p:txBody>
      </p:sp>
      <p:sp>
        <p:nvSpPr>
          <p:cNvPr id="6" name="Номер слайда 5">
            <a:extLst>
              <a:ext uri="{FF2B5EF4-FFF2-40B4-BE49-F238E27FC236}">
                <a16:creationId xmlns:a16="http://schemas.microsoft.com/office/drawing/2014/main" id="{497AFCA8-D332-2635-30B3-E124772D03C4}"/>
              </a:ext>
            </a:extLst>
          </p:cNvPr>
          <p:cNvSpPr>
            <a:spLocks noGrp="1"/>
          </p:cNvSpPr>
          <p:nvPr>
            <p:ph type="sldNum" sz="quarter" idx="12"/>
          </p:nvPr>
        </p:nvSpPr>
        <p:spPr/>
        <p:txBody>
          <a:bodyPr/>
          <a:lstStyle/>
          <a:p>
            <a:fld id="{63125289-B6D1-B945-8FA8-F7BD58A0C258}" type="slidenum">
              <a:rPr lang="ru-RU" smtClean="0"/>
              <a:t>‹#›</a:t>
            </a:fld>
            <a:endParaRPr lang="ru-RU"/>
          </a:p>
        </p:txBody>
      </p:sp>
    </p:spTree>
    <p:extLst>
      <p:ext uri="{BB962C8B-B14F-4D97-AF65-F5344CB8AC3E}">
        <p14:creationId xmlns:p14="http://schemas.microsoft.com/office/powerpoint/2010/main" val="47724249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Заголовок раздела">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977BA907-7A22-4FE2-C3E3-A6135D7581EA}"/>
              </a:ext>
            </a:extLst>
          </p:cNvPr>
          <p:cNvSpPr>
            <a:spLocks noGrp="1"/>
          </p:cNvSpPr>
          <p:nvPr>
            <p:ph type="title"/>
          </p:nvPr>
        </p:nvSpPr>
        <p:spPr>
          <a:xfrm>
            <a:off x="831850" y="1709738"/>
            <a:ext cx="10515600" cy="2852737"/>
          </a:xfrm>
        </p:spPr>
        <p:txBody>
          <a:bodyPr anchor="b"/>
          <a:lstStyle>
            <a:lvl1pPr>
              <a:defRPr sz="6000"/>
            </a:lvl1pPr>
          </a:lstStyle>
          <a:p>
            <a:r>
              <a:rPr lang="ru-RU"/>
              <a:t>Образец заголовка</a:t>
            </a:r>
          </a:p>
        </p:txBody>
      </p:sp>
      <p:sp>
        <p:nvSpPr>
          <p:cNvPr id="3" name="Текст 2">
            <a:extLst>
              <a:ext uri="{FF2B5EF4-FFF2-40B4-BE49-F238E27FC236}">
                <a16:creationId xmlns:a16="http://schemas.microsoft.com/office/drawing/2014/main" id="{52A51B65-95AF-0C81-CF0D-11730DA45E03}"/>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ru-RU"/>
              <a:t>Образец текста</a:t>
            </a:r>
          </a:p>
        </p:txBody>
      </p:sp>
      <p:sp>
        <p:nvSpPr>
          <p:cNvPr id="4" name="Дата 3">
            <a:extLst>
              <a:ext uri="{FF2B5EF4-FFF2-40B4-BE49-F238E27FC236}">
                <a16:creationId xmlns:a16="http://schemas.microsoft.com/office/drawing/2014/main" id="{31C63E3F-B3C2-501F-D8B8-8D10005A4044}"/>
              </a:ext>
            </a:extLst>
          </p:cNvPr>
          <p:cNvSpPr>
            <a:spLocks noGrp="1"/>
          </p:cNvSpPr>
          <p:nvPr>
            <p:ph type="dt" sz="half" idx="10"/>
          </p:nvPr>
        </p:nvSpPr>
        <p:spPr/>
        <p:txBody>
          <a:bodyPr/>
          <a:lstStyle/>
          <a:p>
            <a:fld id="{AF779E09-8355-E348-924A-A0A7A2A44AA4}" type="datetimeFigureOut">
              <a:rPr lang="ru-RU" smtClean="0"/>
              <a:t>21.05.2026</a:t>
            </a:fld>
            <a:endParaRPr lang="ru-RU"/>
          </a:p>
        </p:txBody>
      </p:sp>
      <p:sp>
        <p:nvSpPr>
          <p:cNvPr id="5" name="Нижний колонтитул 4">
            <a:extLst>
              <a:ext uri="{FF2B5EF4-FFF2-40B4-BE49-F238E27FC236}">
                <a16:creationId xmlns:a16="http://schemas.microsoft.com/office/drawing/2014/main" id="{0A233619-CA33-8A8D-391B-16605A1D9FDF}"/>
              </a:ext>
            </a:extLst>
          </p:cNvPr>
          <p:cNvSpPr>
            <a:spLocks noGrp="1"/>
          </p:cNvSpPr>
          <p:nvPr>
            <p:ph type="ftr" sz="quarter" idx="11"/>
          </p:nvPr>
        </p:nvSpPr>
        <p:spPr/>
        <p:txBody>
          <a:bodyPr/>
          <a:lstStyle/>
          <a:p>
            <a:endParaRPr lang="ru-RU"/>
          </a:p>
        </p:txBody>
      </p:sp>
      <p:sp>
        <p:nvSpPr>
          <p:cNvPr id="6" name="Номер слайда 5">
            <a:extLst>
              <a:ext uri="{FF2B5EF4-FFF2-40B4-BE49-F238E27FC236}">
                <a16:creationId xmlns:a16="http://schemas.microsoft.com/office/drawing/2014/main" id="{30C411DB-D0C0-9A2A-A137-4A1C8C317D89}"/>
              </a:ext>
            </a:extLst>
          </p:cNvPr>
          <p:cNvSpPr>
            <a:spLocks noGrp="1"/>
          </p:cNvSpPr>
          <p:nvPr>
            <p:ph type="sldNum" sz="quarter" idx="12"/>
          </p:nvPr>
        </p:nvSpPr>
        <p:spPr/>
        <p:txBody>
          <a:bodyPr/>
          <a:lstStyle/>
          <a:p>
            <a:fld id="{63125289-B6D1-B945-8FA8-F7BD58A0C258}" type="slidenum">
              <a:rPr lang="ru-RU" smtClean="0"/>
              <a:t>‹#›</a:t>
            </a:fld>
            <a:endParaRPr lang="ru-RU"/>
          </a:p>
        </p:txBody>
      </p:sp>
    </p:spTree>
    <p:extLst>
      <p:ext uri="{BB962C8B-B14F-4D97-AF65-F5344CB8AC3E}">
        <p14:creationId xmlns:p14="http://schemas.microsoft.com/office/powerpoint/2010/main" val="372694342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Два объекта">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92414EFD-58AE-61D8-B172-24F826CDBA2C}"/>
              </a:ext>
            </a:extLst>
          </p:cNvPr>
          <p:cNvSpPr>
            <a:spLocks noGrp="1"/>
          </p:cNvSpPr>
          <p:nvPr>
            <p:ph type="title"/>
          </p:nvPr>
        </p:nvSpPr>
        <p:spPr/>
        <p:txBody>
          <a:bodyPr/>
          <a:lstStyle/>
          <a:p>
            <a:r>
              <a:rPr lang="ru-RU"/>
              <a:t>Образец заголовка</a:t>
            </a:r>
          </a:p>
        </p:txBody>
      </p:sp>
      <p:sp>
        <p:nvSpPr>
          <p:cNvPr id="3" name="Объект 2">
            <a:extLst>
              <a:ext uri="{FF2B5EF4-FFF2-40B4-BE49-F238E27FC236}">
                <a16:creationId xmlns:a16="http://schemas.microsoft.com/office/drawing/2014/main" id="{BE96C22C-BAB5-FBDF-0457-C9F7AAF28160}"/>
              </a:ext>
            </a:extLst>
          </p:cNvPr>
          <p:cNvSpPr>
            <a:spLocks noGrp="1"/>
          </p:cNvSpPr>
          <p:nvPr>
            <p:ph sz="half" idx="1"/>
          </p:nvPr>
        </p:nvSpPr>
        <p:spPr>
          <a:xfrm>
            <a:off x="838200" y="1825625"/>
            <a:ext cx="5181600" cy="435133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Объект 3">
            <a:extLst>
              <a:ext uri="{FF2B5EF4-FFF2-40B4-BE49-F238E27FC236}">
                <a16:creationId xmlns:a16="http://schemas.microsoft.com/office/drawing/2014/main" id="{9F0FBB5D-F034-DA8F-FB14-73A9B7C5C7DA}"/>
              </a:ext>
            </a:extLst>
          </p:cNvPr>
          <p:cNvSpPr>
            <a:spLocks noGrp="1"/>
          </p:cNvSpPr>
          <p:nvPr>
            <p:ph sz="half" idx="2"/>
          </p:nvPr>
        </p:nvSpPr>
        <p:spPr>
          <a:xfrm>
            <a:off x="6172200" y="1825625"/>
            <a:ext cx="5181600" cy="435133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5" name="Дата 4">
            <a:extLst>
              <a:ext uri="{FF2B5EF4-FFF2-40B4-BE49-F238E27FC236}">
                <a16:creationId xmlns:a16="http://schemas.microsoft.com/office/drawing/2014/main" id="{5447E389-D4E9-25CC-FFFF-9980558CD439}"/>
              </a:ext>
            </a:extLst>
          </p:cNvPr>
          <p:cNvSpPr>
            <a:spLocks noGrp="1"/>
          </p:cNvSpPr>
          <p:nvPr>
            <p:ph type="dt" sz="half" idx="10"/>
          </p:nvPr>
        </p:nvSpPr>
        <p:spPr/>
        <p:txBody>
          <a:bodyPr/>
          <a:lstStyle/>
          <a:p>
            <a:fld id="{AF779E09-8355-E348-924A-A0A7A2A44AA4}" type="datetimeFigureOut">
              <a:rPr lang="ru-RU" smtClean="0"/>
              <a:t>21.05.2026</a:t>
            </a:fld>
            <a:endParaRPr lang="ru-RU"/>
          </a:p>
        </p:txBody>
      </p:sp>
      <p:sp>
        <p:nvSpPr>
          <p:cNvPr id="6" name="Нижний колонтитул 5">
            <a:extLst>
              <a:ext uri="{FF2B5EF4-FFF2-40B4-BE49-F238E27FC236}">
                <a16:creationId xmlns:a16="http://schemas.microsoft.com/office/drawing/2014/main" id="{F961FD88-5BF9-889C-0438-834CFE271BFA}"/>
              </a:ext>
            </a:extLst>
          </p:cNvPr>
          <p:cNvSpPr>
            <a:spLocks noGrp="1"/>
          </p:cNvSpPr>
          <p:nvPr>
            <p:ph type="ftr" sz="quarter" idx="11"/>
          </p:nvPr>
        </p:nvSpPr>
        <p:spPr/>
        <p:txBody>
          <a:bodyPr/>
          <a:lstStyle/>
          <a:p>
            <a:endParaRPr lang="ru-RU"/>
          </a:p>
        </p:txBody>
      </p:sp>
      <p:sp>
        <p:nvSpPr>
          <p:cNvPr id="7" name="Номер слайда 6">
            <a:extLst>
              <a:ext uri="{FF2B5EF4-FFF2-40B4-BE49-F238E27FC236}">
                <a16:creationId xmlns:a16="http://schemas.microsoft.com/office/drawing/2014/main" id="{4E852725-0B48-BC96-05FD-B5A9278ABF6C}"/>
              </a:ext>
            </a:extLst>
          </p:cNvPr>
          <p:cNvSpPr>
            <a:spLocks noGrp="1"/>
          </p:cNvSpPr>
          <p:nvPr>
            <p:ph type="sldNum" sz="quarter" idx="12"/>
          </p:nvPr>
        </p:nvSpPr>
        <p:spPr/>
        <p:txBody>
          <a:bodyPr/>
          <a:lstStyle/>
          <a:p>
            <a:fld id="{63125289-B6D1-B945-8FA8-F7BD58A0C258}" type="slidenum">
              <a:rPr lang="ru-RU" smtClean="0"/>
              <a:t>‹#›</a:t>
            </a:fld>
            <a:endParaRPr lang="ru-RU"/>
          </a:p>
        </p:txBody>
      </p:sp>
    </p:spTree>
    <p:extLst>
      <p:ext uri="{BB962C8B-B14F-4D97-AF65-F5344CB8AC3E}">
        <p14:creationId xmlns:p14="http://schemas.microsoft.com/office/powerpoint/2010/main" val="309947546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Сравнение">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90D07EE7-1E9C-746F-5120-E4E6B53B2621}"/>
              </a:ext>
            </a:extLst>
          </p:cNvPr>
          <p:cNvSpPr>
            <a:spLocks noGrp="1"/>
          </p:cNvSpPr>
          <p:nvPr>
            <p:ph type="title"/>
          </p:nvPr>
        </p:nvSpPr>
        <p:spPr>
          <a:xfrm>
            <a:off x="839788" y="365125"/>
            <a:ext cx="10515600" cy="1325563"/>
          </a:xfrm>
        </p:spPr>
        <p:txBody>
          <a:bodyPr/>
          <a:lstStyle/>
          <a:p>
            <a:r>
              <a:rPr lang="ru-RU"/>
              <a:t>Образец заголовка</a:t>
            </a:r>
          </a:p>
        </p:txBody>
      </p:sp>
      <p:sp>
        <p:nvSpPr>
          <p:cNvPr id="3" name="Текст 2">
            <a:extLst>
              <a:ext uri="{FF2B5EF4-FFF2-40B4-BE49-F238E27FC236}">
                <a16:creationId xmlns:a16="http://schemas.microsoft.com/office/drawing/2014/main" id="{F179D0CE-FB2A-FFAF-0BAB-8F3E8E950CB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4" name="Объект 3">
            <a:extLst>
              <a:ext uri="{FF2B5EF4-FFF2-40B4-BE49-F238E27FC236}">
                <a16:creationId xmlns:a16="http://schemas.microsoft.com/office/drawing/2014/main" id="{17662205-2711-8B2D-8C2A-C175545007C6}"/>
              </a:ext>
            </a:extLst>
          </p:cNvPr>
          <p:cNvSpPr>
            <a:spLocks noGrp="1"/>
          </p:cNvSpPr>
          <p:nvPr>
            <p:ph sz="half" idx="2"/>
          </p:nvPr>
        </p:nvSpPr>
        <p:spPr>
          <a:xfrm>
            <a:off x="839788" y="2505075"/>
            <a:ext cx="5157787" cy="368458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5" name="Текст 4">
            <a:extLst>
              <a:ext uri="{FF2B5EF4-FFF2-40B4-BE49-F238E27FC236}">
                <a16:creationId xmlns:a16="http://schemas.microsoft.com/office/drawing/2014/main" id="{FAEE01D0-50E4-7CF3-EF67-6504CA9F103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6" name="Объект 5">
            <a:extLst>
              <a:ext uri="{FF2B5EF4-FFF2-40B4-BE49-F238E27FC236}">
                <a16:creationId xmlns:a16="http://schemas.microsoft.com/office/drawing/2014/main" id="{EF197018-1224-EFDF-5986-788A285BBE7A}"/>
              </a:ext>
            </a:extLst>
          </p:cNvPr>
          <p:cNvSpPr>
            <a:spLocks noGrp="1"/>
          </p:cNvSpPr>
          <p:nvPr>
            <p:ph sz="quarter" idx="4"/>
          </p:nvPr>
        </p:nvSpPr>
        <p:spPr>
          <a:xfrm>
            <a:off x="6172200" y="2505075"/>
            <a:ext cx="5183188" cy="368458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7" name="Дата 6">
            <a:extLst>
              <a:ext uri="{FF2B5EF4-FFF2-40B4-BE49-F238E27FC236}">
                <a16:creationId xmlns:a16="http://schemas.microsoft.com/office/drawing/2014/main" id="{9B4D5C57-7DD2-AD83-1F4D-1F914D13B581}"/>
              </a:ext>
            </a:extLst>
          </p:cNvPr>
          <p:cNvSpPr>
            <a:spLocks noGrp="1"/>
          </p:cNvSpPr>
          <p:nvPr>
            <p:ph type="dt" sz="half" idx="10"/>
          </p:nvPr>
        </p:nvSpPr>
        <p:spPr/>
        <p:txBody>
          <a:bodyPr/>
          <a:lstStyle/>
          <a:p>
            <a:fld id="{AF779E09-8355-E348-924A-A0A7A2A44AA4}" type="datetimeFigureOut">
              <a:rPr lang="ru-RU" smtClean="0"/>
              <a:t>21.05.2026</a:t>
            </a:fld>
            <a:endParaRPr lang="ru-RU"/>
          </a:p>
        </p:txBody>
      </p:sp>
      <p:sp>
        <p:nvSpPr>
          <p:cNvPr id="8" name="Нижний колонтитул 7">
            <a:extLst>
              <a:ext uri="{FF2B5EF4-FFF2-40B4-BE49-F238E27FC236}">
                <a16:creationId xmlns:a16="http://schemas.microsoft.com/office/drawing/2014/main" id="{3133F92A-597B-F785-7BBD-9441D3145069}"/>
              </a:ext>
            </a:extLst>
          </p:cNvPr>
          <p:cNvSpPr>
            <a:spLocks noGrp="1"/>
          </p:cNvSpPr>
          <p:nvPr>
            <p:ph type="ftr" sz="quarter" idx="11"/>
          </p:nvPr>
        </p:nvSpPr>
        <p:spPr/>
        <p:txBody>
          <a:bodyPr/>
          <a:lstStyle/>
          <a:p>
            <a:endParaRPr lang="ru-RU"/>
          </a:p>
        </p:txBody>
      </p:sp>
      <p:sp>
        <p:nvSpPr>
          <p:cNvPr id="9" name="Номер слайда 8">
            <a:extLst>
              <a:ext uri="{FF2B5EF4-FFF2-40B4-BE49-F238E27FC236}">
                <a16:creationId xmlns:a16="http://schemas.microsoft.com/office/drawing/2014/main" id="{AC49C5E6-391D-5F2B-F141-64FA91CD7402}"/>
              </a:ext>
            </a:extLst>
          </p:cNvPr>
          <p:cNvSpPr>
            <a:spLocks noGrp="1"/>
          </p:cNvSpPr>
          <p:nvPr>
            <p:ph type="sldNum" sz="quarter" idx="12"/>
          </p:nvPr>
        </p:nvSpPr>
        <p:spPr/>
        <p:txBody>
          <a:bodyPr/>
          <a:lstStyle/>
          <a:p>
            <a:fld id="{63125289-B6D1-B945-8FA8-F7BD58A0C258}" type="slidenum">
              <a:rPr lang="ru-RU" smtClean="0"/>
              <a:t>‹#›</a:t>
            </a:fld>
            <a:endParaRPr lang="ru-RU"/>
          </a:p>
        </p:txBody>
      </p:sp>
    </p:spTree>
    <p:extLst>
      <p:ext uri="{BB962C8B-B14F-4D97-AF65-F5344CB8AC3E}">
        <p14:creationId xmlns:p14="http://schemas.microsoft.com/office/powerpoint/2010/main" val="60341081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Только заголовок">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2E872FD6-ACFA-3881-2096-9EC8A8C07F6C}"/>
              </a:ext>
            </a:extLst>
          </p:cNvPr>
          <p:cNvSpPr>
            <a:spLocks noGrp="1"/>
          </p:cNvSpPr>
          <p:nvPr>
            <p:ph type="title"/>
          </p:nvPr>
        </p:nvSpPr>
        <p:spPr/>
        <p:txBody>
          <a:bodyPr/>
          <a:lstStyle/>
          <a:p>
            <a:r>
              <a:rPr lang="ru-RU"/>
              <a:t>Образец заголовка</a:t>
            </a:r>
          </a:p>
        </p:txBody>
      </p:sp>
      <p:sp>
        <p:nvSpPr>
          <p:cNvPr id="3" name="Дата 2">
            <a:extLst>
              <a:ext uri="{FF2B5EF4-FFF2-40B4-BE49-F238E27FC236}">
                <a16:creationId xmlns:a16="http://schemas.microsoft.com/office/drawing/2014/main" id="{C376A169-5FD1-EC1F-9B36-313B2F649C5A}"/>
              </a:ext>
            </a:extLst>
          </p:cNvPr>
          <p:cNvSpPr>
            <a:spLocks noGrp="1"/>
          </p:cNvSpPr>
          <p:nvPr>
            <p:ph type="dt" sz="half" idx="10"/>
          </p:nvPr>
        </p:nvSpPr>
        <p:spPr/>
        <p:txBody>
          <a:bodyPr/>
          <a:lstStyle/>
          <a:p>
            <a:fld id="{AF779E09-8355-E348-924A-A0A7A2A44AA4}" type="datetimeFigureOut">
              <a:rPr lang="ru-RU" smtClean="0"/>
              <a:t>21.05.2026</a:t>
            </a:fld>
            <a:endParaRPr lang="ru-RU"/>
          </a:p>
        </p:txBody>
      </p:sp>
      <p:sp>
        <p:nvSpPr>
          <p:cNvPr id="4" name="Нижний колонтитул 3">
            <a:extLst>
              <a:ext uri="{FF2B5EF4-FFF2-40B4-BE49-F238E27FC236}">
                <a16:creationId xmlns:a16="http://schemas.microsoft.com/office/drawing/2014/main" id="{914747C4-E6CF-C41D-AEA9-FA09B76F19D3}"/>
              </a:ext>
            </a:extLst>
          </p:cNvPr>
          <p:cNvSpPr>
            <a:spLocks noGrp="1"/>
          </p:cNvSpPr>
          <p:nvPr>
            <p:ph type="ftr" sz="quarter" idx="11"/>
          </p:nvPr>
        </p:nvSpPr>
        <p:spPr/>
        <p:txBody>
          <a:bodyPr/>
          <a:lstStyle/>
          <a:p>
            <a:endParaRPr lang="ru-RU"/>
          </a:p>
        </p:txBody>
      </p:sp>
      <p:sp>
        <p:nvSpPr>
          <p:cNvPr id="5" name="Номер слайда 4">
            <a:extLst>
              <a:ext uri="{FF2B5EF4-FFF2-40B4-BE49-F238E27FC236}">
                <a16:creationId xmlns:a16="http://schemas.microsoft.com/office/drawing/2014/main" id="{4C26281E-C6A4-9CC3-464A-29E2ED06D50B}"/>
              </a:ext>
            </a:extLst>
          </p:cNvPr>
          <p:cNvSpPr>
            <a:spLocks noGrp="1"/>
          </p:cNvSpPr>
          <p:nvPr>
            <p:ph type="sldNum" sz="quarter" idx="12"/>
          </p:nvPr>
        </p:nvSpPr>
        <p:spPr/>
        <p:txBody>
          <a:bodyPr/>
          <a:lstStyle/>
          <a:p>
            <a:fld id="{63125289-B6D1-B945-8FA8-F7BD58A0C258}" type="slidenum">
              <a:rPr lang="ru-RU" smtClean="0"/>
              <a:t>‹#›</a:t>
            </a:fld>
            <a:endParaRPr lang="ru-RU"/>
          </a:p>
        </p:txBody>
      </p:sp>
    </p:spTree>
    <p:extLst>
      <p:ext uri="{BB962C8B-B14F-4D97-AF65-F5344CB8AC3E}">
        <p14:creationId xmlns:p14="http://schemas.microsoft.com/office/powerpoint/2010/main" val="246087748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Пустой слайд">
    <p:spTree>
      <p:nvGrpSpPr>
        <p:cNvPr id="1" name=""/>
        <p:cNvGrpSpPr/>
        <p:nvPr/>
      </p:nvGrpSpPr>
      <p:grpSpPr>
        <a:xfrm>
          <a:off x="0" y="0"/>
          <a:ext cx="0" cy="0"/>
          <a:chOff x="0" y="0"/>
          <a:chExt cx="0" cy="0"/>
        </a:xfrm>
      </p:grpSpPr>
      <p:sp>
        <p:nvSpPr>
          <p:cNvPr id="2" name="Дата 1">
            <a:extLst>
              <a:ext uri="{FF2B5EF4-FFF2-40B4-BE49-F238E27FC236}">
                <a16:creationId xmlns:a16="http://schemas.microsoft.com/office/drawing/2014/main" id="{FBE313B0-1939-246E-97C1-471179872886}"/>
              </a:ext>
            </a:extLst>
          </p:cNvPr>
          <p:cNvSpPr>
            <a:spLocks noGrp="1"/>
          </p:cNvSpPr>
          <p:nvPr>
            <p:ph type="dt" sz="half" idx="10"/>
          </p:nvPr>
        </p:nvSpPr>
        <p:spPr/>
        <p:txBody>
          <a:bodyPr/>
          <a:lstStyle/>
          <a:p>
            <a:fld id="{AF779E09-8355-E348-924A-A0A7A2A44AA4}" type="datetimeFigureOut">
              <a:rPr lang="ru-RU" smtClean="0"/>
              <a:t>21.05.2026</a:t>
            </a:fld>
            <a:endParaRPr lang="ru-RU"/>
          </a:p>
        </p:txBody>
      </p:sp>
      <p:sp>
        <p:nvSpPr>
          <p:cNvPr id="3" name="Нижний колонтитул 2">
            <a:extLst>
              <a:ext uri="{FF2B5EF4-FFF2-40B4-BE49-F238E27FC236}">
                <a16:creationId xmlns:a16="http://schemas.microsoft.com/office/drawing/2014/main" id="{35515CD5-02AD-8E64-C6D7-B520CF1C2B92}"/>
              </a:ext>
            </a:extLst>
          </p:cNvPr>
          <p:cNvSpPr>
            <a:spLocks noGrp="1"/>
          </p:cNvSpPr>
          <p:nvPr>
            <p:ph type="ftr" sz="quarter" idx="11"/>
          </p:nvPr>
        </p:nvSpPr>
        <p:spPr/>
        <p:txBody>
          <a:bodyPr/>
          <a:lstStyle/>
          <a:p>
            <a:endParaRPr lang="ru-RU"/>
          </a:p>
        </p:txBody>
      </p:sp>
      <p:sp>
        <p:nvSpPr>
          <p:cNvPr id="4" name="Номер слайда 3">
            <a:extLst>
              <a:ext uri="{FF2B5EF4-FFF2-40B4-BE49-F238E27FC236}">
                <a16:creationId xmlns:a16="http://schemas.microsoft.com/office/drawing/2014/main" id="{430F39B9-552F-4455-9305-90385218FACD}"/>
              </a:ext>
            </a:extLst>
          </p:cNvPr>
          <p:cNvSpPr>
            <a:spLocks noGrp="1"/>
          </p:cNvSpPr>
          <p:nvPr>
            <p:ph type="sldNum" sz="quarter" idx="12"/>
          </p:nvPr>
        </p:nvSpPr>
        <p:spPr/>
        <p:txBody>
          <a:bodyPr/>
          <a:lstStyle/>
          <a:p>
            <a:fld id="{63125289-B6D1-B945-8FA8-F7BD58A0C258}" type="slidenum">
              <a:rPr lang="ru-RU" smtClean="0"/>
              <a:t>‹#›</a:t>
            </a:fld>
            <a:endParaRPr lang="ru-RU"/>
          </a:p>
        </p:txBody>
      </p:sp>
    </p:spTree>
    <p:extLst>
      <p:ext uri="{BB962C8B-B14F-4D97-AF65-F5344CB8AC3E}">
        <p14:creationId xmlns:p14="http://schemas.microsoft.com/office/powerpoint/2010/main" val="298311769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Объект с подписью">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8B902633-E72C-B8D9-9EB6-85ECEA96E5C3}"/>
              </a:ext>
            </a:extLst>
          </p:cNvPr>
          <p:cNvSpPr>
            <a:spLocks noGrp="1"/>
          </p:cNvSpPr>
          <p:nvPr>
            <p:ph type="title"/>
          </p:nvPr>
        </p:nvSpPr>
        <p:spPr>
          <a:xfrm>
            <a:off x="839788" y="457200"/>
            <a:ext cx="3932237" cy="1600200"/>
          </a:xfrm>
        </p:spPr>
        <p:txBody>
          <a:bodyPr anchor="b"/>
          <a:lstStyle>
            <a:lvl1pPr>
              <a:defRPr sz="3200"/>
            </a:lvl1pPr>
          </a:lstStyle>
          <a:p>
            <a:r>
              <a:rPr lang="ru-RU"/>
              <a:t>Образец заголовка</a:t>
            </a:r>
          </a:p>
        </p:txBody>
      </p:sp>
      <p:sp>
        <p:nvSpPr>
          <p:cNvPr id="3" name="Объект 2">
            <a:extLst>
              <a:ext uri="{FF2B5EF4-FFF2-40B4-BE49-F238E27FC236}">
                <a16:creationId xmlns:a16="http://schemas.microsoft.com/office/drawing/2014/main" id="{A95EB423-C328-5994-7F15-8D3CE3BEC27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Текст 3">
            <a:extLst>
              <a:ext uri="{FF2B5EF4-FFF2-40B4-BE49-F238E27FC236}">
                <a16:creationId xmlns:a16="http://schemas.microsoft.com/office/drawing/2014/main" id="{A98A42A8-6C41-5F99-724C-A565ACDA3BF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ru-RU"/>
              <a:t>Образец текста</a:t>
            </a:r>
          </a:p>
        </p:txBody>
      </p:sp>
      <p:sp>
        <p:nvSpPr>
          <p:cNvPr id="5" name="Дата 4">
            <a:extLst>
              <a:ext uri="{FF2B5EF4-FFF2-40B4-BE49-F238E27FC236}">
                <a16:creationId xmlns:a16="http://schemas.microsoft.com/office/drawing/2014/main" id="{3B1418A6-BE5A-D2C1-1E21-DDB15B68EEDA}"/>
              </a:ext>
            </a:extLst>
          </p:cNvPr>
          <p:cNvSpPr>
            <a:spLocks noGrp="1"/>
          </p:cNvSpPr>
          <p:nvPr>
            <p:ph type="dt" sz="half" idx="10"/>
          </p:nvPr>
        </p:nvSpPr>
        <p:spPr/>
        <p:txBody>
          <a:bodyPr/>
          <a:lstStyle/>
          <a:p>
            <a:fld id="{AF779E09-8355-E348-924A-A0A7A2A44AA4}" type="datetimeFigureOut">
              <a:rPr lang="ru-RU" smtClean="0"/>
              <a:t>21.05.2026</a:t>
            </a:fld>
            <a:endParaRPr lang="ru-RU"/>
          </a:p>
        </p:txBody>
      </p:sp>
      <p:sp>
        <p:nvSpPr>
          <p:cNvPr id="6" name="Нижний колонтитул 5">
            <a:extLst>
              <a:ext uri="{FF2B5EF4-FFF2-40B4-BE49-F238E27FC236}">
                <a16:creationId xmlns:a16="http://schemas.microsoft.com/office/drawing/2014/main" id="{8F8169CB-0C15-AB75-CBDE-3D56F496FD8B}"/>
              </a:ext>
            </a:extLst>
          </p:cNvPr>
          <p:cNvSpPr>
            <a:spLocks noGrp="1"/>
          </p:cNvSpPr>
          <p:nvPr>
            <p:ph type="ftr" sz="quarter" idx="11"/>
          </p:nvPr>
        </p:nvSpPr>
        <p:spPr/>
        <p:txBody>
          <a:bodyPr/>
          <a:lstStyle/>
          <a:p>
            <a:endParaRPr lang="ru-RU"/>
          </a:p>
        </p:txBody>
      </p:sp>
      <p:sp>
        <p:nvSpPr>
          <p:cNvPr id="7" name="Номер слайда 6">
            <a:extLst>
              <a:ext uri="{FF2B5EF4-FFF2-40B4-BE49-F238E27FC236}">
                <a16:creationId xmlns:a16="http://schemas.microsoft.com/office/drawing/2014/main" id="{8DD4E7CB-2D6A-1EDF-367B-FFA01AB85052}"/>
              </a:ext>
            </a:extLst>
          </p:cNvPr>
          <p:cNvSpPr>
            <a:spLocks noGrp="1"/>
          </p:cNvSpPr>
          <p:nvPr>
            <p:ph type="sldNum" sz="quarter" idx="12"/>
          </p:nvPr>
        </p:nvSpPr>
        <p:spPr/>
        <p:txBody>
          <a:bodyPr/>
          <a:lstStyle/>
          <a:p>
            <a:fld id="{63125289-B6D1-B945-8FA8-F7BD58A0C258}" type="slidenum">
              <a:rPr lang="ru-RU" smtClean="0"/>
              <a:t>‹#›</a:t>
            </a:fld>
            <a:endParaRPr lang="ru-RU"/>
          </a:p>
        </p:txBody>
      </p:sp>
    </p:spTree>
    <p:extLst>
      <p:ext uri="{BB962C8B-B14F-4D97-AF65-F5344CB8AC3E}">
        <p14:creationId xmlns:p14="http://schemas.microsoft.com/office/powerpoint/2010/main" val="297937579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Рисунок с подписью">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79A207C0-6181-8A37-2610-F266F06D2460}"/>
              </a:ext>
            </a:extLst>
          </p:cNvPr>
          <p:cNvSpPr>
            <a:spLocks noGrp="1"/>
          </p:cNvSpPr>
          <p:nvPr>
            <p:ph type="title"/>
          </p:nvPr>
        </p:nvSpPr>
        <p:spPr>
          <a:xfrm>
            <a:off x="839788" y="457200"/>
            <a:ext cx="3932237" cy="1600200"/>
          </a:xfrm>
        </p:spPr>
        <p:txBody>
          <a:bodyPr anchor="b"/>
          <a:lstStyle>
            <a:lvl1pPr>
              <a:defRPr sz="3200"/>
            </a:lvl1pPr>
          </a:lstStyle>
          <a:p>
            <a:r>
              <a:rPr lang="ru-RU"/>
              <a:t>Образец заголовка</a:t>
            </a:r>
          </a:p>
        </p:txBody>
      </p:sp>
      <p:sp>
        <p:nvSpPr>
          <p:cNvPr id="3" name="Рисунок 2">
            <a:extLst>
              <a:ext uri="{FF2B5EF4-FFF2-40B4-BE49-F238E27FC236}">
                <a16:creationId xmlns:a16="http://schemas.microsoft.com/office/drawing/2014/main" id="{06AC3447-89A3-A0F2-5E63-BBEE1D0D818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ru-RU"/>
          </a:p>
        </p:txBody>
      </p:sp>
      <p:sp>
        <p:nvSpPr>
          <p:cNvPr id="4" name="Текст 3">
            <a:extLst>
              <a:ext uri="{FF2B5EF4-FFF2-40B4-BE49-F238E27FC236}">
                <a16:creationId xmlns:a16="http://schemas.microsoft.com/office/drawing/2014/main" id="{C2461D5E-F10E-E3A7-0C42-CDD6E692D74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ru-RU"/>
              <a:t>Образец текста</a:t>
            </a:r>
          </a:p>
        </p:txBody>
      </p:sp>
      <p:sp>
        <p:nvSpPr>
          <p:cNvPr id="5" name="Дата 4">
            <a:extLst>
              <a:ext uri="{FF2B5EF4-FFF2-40B4-BE49-F238E27FC236}">
                <a16:creationId xmlns:a16="http://schemas.microsoft.com/office/drawing/2014/main" id="{09E4C081-B9C3-D232-330E-41E1E3136330}"/>
              </a:ext>
            </a:extLst>
          </p:cNvPr>
          <p:cNvSpPr>
            <a:spLocks noGrp="1"/>
          </p:cNvSpPr>
          <p:nvPr>
            <p:ph type="dt" sz="half" idx="10"/>
          </p:nvPr>
        </p:nvSpPr>
        <p:spPr/>
        <p:txBody>
          <a:bodyPr/>
          <a:lstStyle/>
          <a:p>
            <a:fld id="{AF779E09-8355-E348-924A-A0A7A2A44AA4}" type="datetimeFigureOut">
              <a:rPr lang="ru-RU" smtClean="0"/>
              <a:t>21.05.2026</a:t>
            </a:fld>
            <a:endParaRPr lang="ru-RU"/>
          </a:p>
        </p:txBody>
      </p:sp>
      <p:sp>
        <p:nvSpPr>
          <p:cNvPr id="6" name="Нижний колонтитул 5">
            <a:extLst>
              <a:ext uri="{FF2B5EF4-FFF2-40B4-BE49-F238E27FC236}">
                <a16:creationId xmlns:a16="http://schemas.microsoft.com/office/drawing/2014/main" id="{18901B8E-729D-1DF5-9795-A6EDFE857875}"/>
              </a:ext>
            </a:extLst>
          </p:cNvPr>
          <p:cNvSpPr>
            <a:spLocks noGrp="1"/>
          </p:cNvSpPr>
          <p:nvPr>
            <p:ph type="ftr" sz="quarter" idx="11"/>
          </p:nvPr>
        </p:nvSpPr>
        <p:spPr/>
        <p:txBody>
          <a:bodyPr/>
          <a:lstStyle/>
          <a:p>
            <a:endParaRPr lang="ru-RU"/>
          </a:p>
        </p:txBody>
      </p:sp>
      <p:sp>
        <p:nvSpPr>
          <p:cNvPr id="7" name="Номер слайда 6">
            <a:extLst>
              <a:ext uri="{FF2B5EF4-FFF2-40B4-BE49-F238E27FC236}">
                <a16:creationId xmlns:a16="http://schemas.microsoft.com/office/drawing/2014/main" id="{9D1559D5-7C83-9A27-7F20-CE87B04FCC08}"/>
              </a:ext>
            </a:extLst>
          </p:cNvPr>
          <p:cNvSpPr>
            <a:spLocks noGrp="1"/>
          </p:cNvSpPr>
          <p:nvPr>
            <p:ph type="sldNum" sz="quarter" idx="12"/>
          </p:nvPr>
        </p:nvSpPr>
        <p:spPr/>
        <p:txBody>
          <a:bodyPr/>
          <a:lstStyle/>
          <a:p>
            <a:fld id="{63125289-B6D1-B945-8FA8-F7BD58A0C258}" type="slidenum">
              <a:rPr lang="ru-RU" smtClean="0"/>
              <a:t>‹#›</a:t>
            </a:fld>
            <a:endParaRPr lang="ru-RU"/>
          </a:p>
        </p:txBody>
      </p:sp>
    </p:spTree>
    <p:extLst>
      <p:ext uri="{BB962C8B-B14F-4D97-AF65-F5344CB8AC3E}">
        <p14:creationId xmlns:p14="http://schemas.microsoft.com/office/powerpoint/2010/main" val="268690391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Заголовок и вертикальный текст">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D903178C-B962-4273-ECF4-BC589C0F89ED}"/>
              </a:ext>
            </a:extLst>
          </p:cNvPr>
          <p:cNvSpPr>
            <a:spLocks noGrp="1"/>
          </p:cNvSpPr>
          <p:nvPr>
            <p:ph type="title"/>
          </p:nvPr>
        </p:nvSpPr>
        <p:spPr/>
        <p:txBody>
          <a:bodyPr/>
          <a:lstStyle/>
          <a:p>
            <a:r>
              <a:rPr lang="ru-RU"/>
              <a:t>Образец заголовка</a:t>
            </a:r>
          </a:p>
        </p:txBody>
      </p:sp>
      <p:sp>
        <p:nvSpPr>
          <p:cNvPr id="3" name="Вертикальный текст 2">
            <a:extLst>
              <a:ext uri="{FF2B5EF4-FFF2-40B4-BE49-F238E27FC236}">
                <a16:creationId xmlns:a16="http://schemas.microsoft.com/office/drawing/2014/main" id="{1C2FBA2B-A5AE-BFA8-80DF-6E2F53ABD6E1}"/>
              </a:ext>
            </a:extLst>
          </p:cNvPr>
          <p:cNvSpPr>
            <a:spLocks noGrp="1"/>
          </p:cNvSpPr>
          <p:nvPr>
            <p:ph type="body" orient="vert" idx="1"/>
          </p:nvPr>
        </p:nvSpPr>
        <p:spPr/>
        <p:txBody>
          <a:bodyPr vert="eaVert"/>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Дата 3">
            <a:extLst>
              <a:ext uri="{FF2B5EF4-FFF2-40B4-BE49-F238E27FC236}">
                <a16:creationId xmlns:a16="http://schemas.microsoft.com/office/drawing/2014/main" id="{9D58066D-D242-1195-DCBB-109817E6347F}"/>
              </a:ext>
            </a:extLst>
          </p:cNvPr>
          <p:cNvSpPr>
            <a:spLocks noGrp="1"/>
          </p:cNvSpPr>
          <p:nvPr>
            <p:ph type="dt" sz="half" idx="10"/>
          </p:nvPr>
        </p:nvSpPr>
        <p:spPr/>
        <p:txBody>
          <a:bodyPr/>
          <a:lstStyle/>
          <a:p>
            <a:fld id="{AF779E09-8355-E348-924A-A0A7A2A44AA4}" type="datetimeFigureOut">
              <a:rPr lang="ru-RU" smtClean="0"/>
              <a:t>21.05.2026</a:t>
            </a:fld>
            <a:endParaRPr lang="ru-RU"/>
          </a:p>
        </p:txBody>
      </p:sp>
      <p:sp>
        <p:nvSpPr>
          <p:cNvPr id="5" name="Нижний колонтитул 4">
            <a:extLst>
              <a:ext uri="{FF2B5EF4-FFF2-40B4-BE49-F238E27FC236}">
                <a16:creationId xmlns:a16="http://schemas.microsoft.com/office/drawing/2014/main" id="{EC4E2171-A1FA-3670-7D56-F175093563A5}"/>
              </a:ext>
            </a:extLst>
          </p:cNvPr>
          <p:cNvSpPr>
            <a:spLocks noGrp="1"/>
          </p:cNvSpPr>
          <p:nvPr>
            <p:ph type="ftr" sz="quarter" idx="11"/>
          </p:nvPr>
        </p:nvSpPr>
        <p:spPr/>
        <p:txBody>
          <a:bodyPr/>
          <a:lstStyle/>
          <a:p>
            <a:endParaRPr lang="ru-RU"/>
          </a:p>
        </p:txBody>
      </p:sp>
      <p:sp>
        <p:nvSpPr>
          <p:cNvPr id="6" name="Номер слайда 5">
            <a:extLst>
              <a:ext uri="{FF2B5EF4-FFF2-40B4-BE49-F238E27FC236}">
                <a16:creationId xmlns:a16="http://schemas.microsoft.com/office/drawing/2014/main" id="{C2C70F92-7C30-A22F-A211-A1625BF303C4}"/>
              </a:ext>
            </a:extLst>
          </p:cNvPr>
          <p:cNvSpPr>
            <a:spLocks noGrp="1"/>
          </p:cNvSpPr>
          <p:nvPr>
            <p:ph type="sldNum" sz="quarter" idx="12"/>
          </p:nvPr>
        </p:nvSpPr>
        <p:spPr/>
        <p:txBody>
          <a:bodyPr/>
          <a:lstStyle/>
          <a:p>
            <a:fld id="{63125289-B6D1-B945-8FA8-F7BD58A0C258}" type="slidenum">
              <a:rPr lang="ru-RU" smtClean="0"/>
              <a:t>‹#›</a:t>
            </a:fld>
            <a:endParaRPr lang="ru-RU"/>
          </a:p>
        </p:txBody>
      </p:sp>
    </p:spTree>
    <p:extLst>
      <p:ext uri="{BB962C8B-B14F-4D97-AF65-F5344CB8AC3E}">
        <p14:creationId xmlns:p14="http://schemas.microsoft.com/office/powerpoint/2010/main" val="3502508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Вертикальный заголовок и текст">
    <p:spTree>
      <p:nvGrpSpPr>
        <p:cNvPr id="1" name=""/>
        <p:cNvGrpSpPr/>
        <p:nvPr/>
      </p:nvGrpSpPr>
      <p:grpSpPr>
        <a:xfrm>
          <a:off x="0" y="0"/>
          <a:ext cx="0" cy="0"/>
          <a:chOff x="0" y="0"/>
          <a:chExt cx="0" cy="0"/>
        </a:xfrm>
      </p:grpSpPr>
      <p:sp>
        <p:nvSpPr>
          <p:cNvPr id="2" name="Вертикальный заголовок 1">
            <a:extLst>
              <a:ext uri="{FF2B5EF4-FFF2-40B4-BE49-F238E27FC236}">
                <a16:creationId xmlns:a16="http://schemas.microsoft.com/office/drawing/2014/main" id="{A1723D6B-B7AD-1257-88CA-EB852921BC38}"/>
              </a:ext>
            </a:extLst>
          </p:cNvPr>
          <p:cNvSpPr>
            <a:spLocks noGrp="1"/>
          </p:cNvSpPr>
          <p:nvPr>
            <p:ph type="title" orient="vert"/>
          </p:nvPr>
        </p:nvSpPr>
        <p:spPr>
          <a:xfrm>
            <a:off x="8724900" y="365125"/>
            <a:ext cx="2628900" cy="5811838"/>
          </a:xfrm>
        </p:spPr>
        <p:txBody>
          <a:bodyPr vert="eaVert"/>
          <a:lstStyle/>
          <a:p>
            <a:r>
              <a:rPr lang="ru-RU"/>
              <a:t>Образец заголовка</a:t>
            </a:r>
          </a:p>
        </p:txBody>
      </p:sp>
      <p:sp>
        <p:nvSpPr>
          <p:cNvPr id="3" name="Вертикальный текст 2">
            <a:extLst>
              <a:ext uri="{FF2B5EF4-FFF2-40B4-BE49-F238E27FC236}">
                <a16:creationId xmlns:a16="http://schemas.microsoft.com/office/drawing/2014/main" id="{31AFE931-C3BD-46D0-E54A-82B52D85151A}"/>
              </a:ext>
            </a:extLst>
          </p:cNvPr>
          <p:cNvSpPr>
            <a:spLocks noGrp="1"/>
          </p:cNvSpPr>
          <p:nvPr>
            <p:ph type="body" orient="vert" idx="1"/>
          </p:nvPr>
        </p:nvSpPr>
        <p:spPr>
          <a:xfrm>
            <a:off x="838200" y="365125"/>
            <a:ext cx="7734300" cy="5811838"/>
          </a:xfrm>
        </p:spPr>
        <p:txBody>
          <a:bodyPr vert="eaVert"/>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Дата 3">
            <a:extLst>
              <a:ext uri="{FF2B5EF4-FFF2-40B4-BE49-F238E27FC236}">
                <a16:creationId xmlns:a16="http://schemas.microsoft.com/office/drawing/2014/main" id="{500405EC-92EB-DA00-03B8-DA52D3481BF6}"/>
              </a:ext>
            </a:extLst>
          </p:cNvPr>
          <p:cNvSpPr>
            <a:spLocks noGrp="1"/>
          </p:cNvSpPr>
          <p:nvPr>
            <p:ph type="dt" sz="half" idx="10"/>
          </p:nvPr>
        </p:nvSpPr>
        <p:spPr/>
        <p:txBody>
          <a:bodyPr/>
          <a:lstStyle/>
          <a:p>
            <a:fld id="{AF779E09-8355-E348-924A-A0A7A2A44AA4}" type="datetimeFigureOut">
              <a:rPr lang="ru-RU" smtClean="0"/>
              <a:t>21.05.2026</a:t>
            </a:fld>
            <a:endParaRPr lang="ru-RU"/>
          </a:p>
        </p:txBody>
      </p:sp>
      <p:sp>
        <p:nvSpPr>
          <p:cNvPr id="5" name="Нижний колонтитул 4">
            <a:extLst>
              <a:ext uri="{FF2B5EF4-FFF2-40B4-BE49-F238E27FC236}">
                <a16:creationId xmlns:a16="http://schemas.microsoft.com/office/drawing/2014/main" id="{2C9E9AC0-1A69-0CEA-DA89-C6FC8BCE0D0F}"/>
              </a:ext>
            </a:extLst>
          </p:cNvPr>
          <p:cNvSpPr>
            <a:spLocks noGrp="1"/>
          </p:cNvSpPr>
          <p:nvPr>
            <p:ph type="ftr" sz="quarter" idx="11"/>
          </p:nvPr>
        </p:nvSpPr>
        <p:spPr/>
        <p:txBody>
          <a:bodyPr/>
          <a:lstStyle/>
          <a:p>
            <a:endParaRPr lang="ru-RU"/>
          </a:p>
        </p:txBody>
      </p:sp>
      <p:sp>
        <p:nvSpPr>
          <p:cNvPr id="6" name="Номер слайда 5">
            <a:extLst>
              <a:ext uri="{FF2B5EF4-FFF2-40B4-BE49-F238E27FC236}">
                <a16:creationId xmlns:a16="http://schemas.microsoft.com/office/drawing/2014/main" id="{99841D6E-A65C-1ECC-E09D-6D6313CF8F7D}"/>
              </a:ext>
            </a:extLst>
          </p:cNvPr>
          <p:cNvSpPr>
            <a:spLocks noGrp="1"/>
          </p:cNvSpPr>
          <p:nvPr>
            <p:ph type="sldNum" sz="quarter" idx="12"/>
          </p:nvPr>
        </p:nvSpPr>
        <p:spPr/>
        <p:txBody>
          <a:bodyPr/>
          <a:lstStyle/>
          <a:p>
            <a:fld id="{63125289-B6D1-B945-8FA8-F7BD58A0C258}" type="slidenum">
              <a:rPr lang="ru-RU" smtClean="0"/>
              <a:t>‹#›</a:t>
            </a:fld>
            <a:endParaRPr lang="ru-RU"/>
          </a:p>
        </p:txBody>
      </p:sp>
    </p:spTree>
    <p:extLst>
      <p:ext uri="{BB962C8B-B14F-4D97-AF65-F5344CB8AC3E}">
        <p14:creationId xmlns:p14="http://schemas.microsoft.com/office/powerpoint/2010/main" val="187550682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279DC354-F879-03FE-8FC7-068803E27CB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ru-RU"/>
              <a:t>Образец заголовка</a:t>
            </a:r>
          </a:p>
        </p:txBody>
      </p:sp>
      <p:sp>
        <p:nvSpPr>
          <p:cNvPr id="3" name="Текст 2">
            <a:extLst>
              <a:ext uri="{FF2B5EF4-FFF2-40B4-BE49-F238E27FC236}">
                <a16:creationId xmlns:a16="http://schemas.microsoft.com/office/drawing/2014/main" id="{27D4DC28-4BF6-4C03-7C30-F6E4EF6C648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Дата 3">
            <a:extLst>
              <a:ext uri="{FF2B5EF4-FFF2-40B4-BE49-F238E27FC236}">
                <a16:creationId xmlns:a16="http://schemas.microsoft.com/office/drawing/2014/main" id="{FE292065-EE42-7BAE-8605-B9684F890D2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AF779E09-8355-E348-924A-A0A7A2A44AA4}" type="datetimeFigureOut">
              <a:rPr lang="ru-RU" smtClean="0"/>
              <a:t>21.05.2026</a:t>
            </a:fld>
            <a:endParaRPr lang="ru-RU"/>
          </a:p>
        </p:txBody>
      </p:sp>
      <p:sp>
        <p:nvSpPr>
          <p:cNvPr id="5" name="Нижний колонтитул 4">
            <a:extLst>
              <a:ext uri="{FF2B5EF4-FFF2-40B4-BE49-F238E27FC236}">
                <a16:creationId xmlns:a16="http://schemas.microsoft.com/office/drawing/2014/main" id="{59AA656F-A37A-E89A-BC4C-71D16FC0DC7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ru-RU"/>
          </a:p>
        </p:txBody>
      </p:sp>
      <p:sp>
        <p:nvSpPr>
          <p:cNvPr id="6" name="Номер слайда 5">
            <a:extLst>
              <a:ext uri="{FF2B5EF4-FFF2-40B4-BE49-F238E27FC236}">
                <a16:creationId xmlns:a16="http://schemas.microsoft.com/office/drawing/2014/main" id="{C48B714B-45E0-44C5-8F19-B28FB7EE171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63125289-B6D1-B945-8FA8-F7BD58A0C258}" type="slidenum">
              <a:rPr lang="ru-RU" smtClean="0"/>
              <a:t>‹#›</a:t>
            </a:fld>
            <a:endParaRPr lang="ru-RU"/>
          </a:p>
        </p:txBody>
      </p:sp>
    </p:spTree>
    <p:extLst>
      <p:ext uri="{BB962C8B-B14F-4D97-AF65-F5344CB8AC3E}">
        <p14:creationId xmlns:p14="http://schemas.microsoft.com/office/powerpoint/2010/main" val="414332028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B594837A-EFF7-0AA6-1B5F-8991F2470ED7}"/>
              </a:ext>
            </a:extLst>
          </p:cNvPr>
          <p:cNvSpPr>
            <a:spLocks noGrp="1"/>
          </p:cNvSpPr>
          <p:nvPr>
            <p:ph type="ctrTitle"/>
          </p:nvPr>
        </p:nvSpPr>
        <p:spPr/>
        <p:txBody>
          <a:bodyPr/>
          <a:lstStyle/>
          <a:p>
            <a:r>
              <a:rPr lang="ru-RU" dirty="0"/>
              <a:t>Практическая работа №18</a:t>
            </a:r>
          </a:p>
        </p:txBody>
      </p:sp>
      <p:sp>
        <p:nvSpPr>
          <p:cNvPr id="3" name="Подзаголовок 2">
            <a:extLst>
              <a:ext uri="{FF2B5EF4-FFF2-40B4-BE49-F238E27FC236}">
                <a16:creationId xmlns:a16="http://schemas.microsoft.com/office/drawing/2014/main" id="{9E5C8930-6ADE-B33E-F89B-95D866D69986}"/>
              </a:ext>
            </a:extLst>
          </p:cNvPr>
          <p:cNvSpPr>
            <a:spLocks noGrp="1"/>
          </p:cNvSpPr>
          <p:nvPr>
            <p:ph type="subTitle" idx="1"/>
          </p:nvPr>
        </p:nvSpPr>
        <p:spPr>
          <a:xfrm>
            <a:off x="1524000" y="4433686"/>
            <a:ext cx="9144000" cy="824113"/>
          </a:xfrm>
        </p:spPr>
        <p:txBody>
          <a:bodyPr>
            <a:normAutofit lnSpcReduction="10000"/>
          </a:bodyPr>
          <a:lstStyle/>
          <a:p>
            <a:pPr algn="l"/>
            <a:r>
              <a:rPr lang="ru-RU" dirty="0"/>
              <a:t>ИКМО-0</a:t>
            </a:r>
            <a:r>
              <a:rPr lang="en-US" dirty="0"/>
              <a:t>3</a:t>
            </a:r>
            <a:r>
              <a:rPr lang="ru-RU" dirty="0"/>
              <a:t>-25</a:t>
            </a:r>
          </a:p>
          <a:p>
            <a:pPr algn="l"/>
            <a:r>
              <a:rPr lang="ru-RU" dirty="0"/>
              <a:t>Фомичев Р.А.</a:t>
            </a:r>
          </a:p>
        </p:txBody>
      </p:sp>
    </p:spTree>
    <p:extLst>
      <p:ext uri="{BB962C8B-B14F-4D97-AF65-F5344CB8AC3E}">
        <p14:creationId xmlns:p14="http://schemas.microsoft.com/office/powerpoint/2010/main" val="278620446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8794C715-EF17-E006-8365-30E616EE1D55}"/>
              </a:ext>
            </a:extLst>
          </p:cNvPr>
          <p:cNvSpPr>
            <a:spLocks noGrp="1"/>
          </p:cNvSpPr>
          <p:nvPr>
            <p:ph type="title"/>
          </p:nvPr>
        </p:nvSpPr>
        <p:spPr>
          <a:xfrm>
            <a:off x="838200" y="203760"/>
            <a:ext cx="11049000" cy="1340731"/>
          </a:xfrm>
        </p:spPr>
        <p:txBody>
          <a:bodyPr>
            <a:noAutofit/>
          </a:bodyPr>
          <a:lstStyle/>
          <a:p>
            <a:r>
              <a:rPr lang="ru-RU" sz="3600" dirty="0"/>
              <a:t>Текстовое описание бизнес процесса «Спроектировать новый функционал»</a:t>
            </a:r>
          </a:p>
        </p:txBody>
      </p:sp>
      <p:sp>
        <p:nvSpPr>
          <p:cNvPr id="3" name="Объект 2">
            <a:extLst>
              <a:ext uri="{FF2B5EF4-FFF2-40B4-BE49-F238E27FC236}">
                <a16:creationId xmlns:a16="http://schemas.microsoft.com/office/drawing/2014/main" id="{172AA846-6C3D-6D67-DD3D-125F084983D4}"/>
              </a:ext>
            </a:extLst>
          </p:cNvPr>
          <p:cNvSpPr>
            <a:spLocks noGrp="1"/>
          </p:cNvSpPr>
          <p:nvPr>
            <p:ph idx="1"/>
          </p:nvPr>
        </p:nvSpPr>
        <p:spPr>
          <a:xfrm>
            <a:off x="838200" y="1698171"/>
            <a:ext cx="10515600" cy="4478792"/>
          </a:xfrm>
        </p:spPr>
        <p:txBody>
          <a:bodyPr>
            <a:normAutofit fontScale="85000" lnSpcReduction="10000"/>
          </a:bodyPr>
          <a:lstStyle/>
          <a:p>
            <a:pPr marL="0" indent="0" algn="just">
              <a:buNone/>
            </a:pPr>
            <a:r>
              <a:rPr lang="ru-RU" sz="2400" dirty="0"/>
              <a:t>Процесс начинается с поступления запроса на разработку нового функционала. Запрос передаётся менеджеру продукта, который уточняет цель изменения, ожидаемый результат, ограничения и приоритет. После первичного анализа менеджер продукта формирует описание бизнес-требований. Затем аналитик детализирует требования: описывает пользовательские сценарии, основные функции, ограничения, входные и выходные данные. На этом этапе также проводится оценка влияния нового функционала на существующие процессы маркетплейса. Далее анализирует возможность реализации. Он определяет, какие системы будут затронуты, какие интеграции потребуются, какие сервисы необходимо изменить или создать. Если требования неполные или противоречивые, они возвращаются на доработку менеджеру продукта и аналитику. После согласования требований формируется техническая концепция решения. В неё входят описание архитектуры, перечень необходимых модулей, интеграции, требования к безопасности, примерная оценка трудозатрат и рисков. Затем концепция согласуется с менеджером продукта, техническим руководителем и представителем бизнеса. Если решение согласовано, процесс завершается передачей утверждённых требований и технической концепции в процесс разработки. Если решение не согласовано, материалы возвращаются на доработку.</a:t>
            </a:r>
          </a:p>
        </p:txBody>
      </p:sp>
    </p:spTree>
    <p:extLst>
      <p:ext uri="{BB962C8B-B14F-4D97-AF65-F5344CB8AC3E}">
        <p14:creationId xmlns:p14="http://schemas.microsoft.com/office/powerpoint/2010/main" val="174359167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073A9C-DF75-190D-3CB4-0917FB084A43}"/>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8B026DEA-BF41-1758-D5F3-D5B13B1F7210}"/>
              </a:ext>
            </a:extLst>
          </p:cNvPr>
          <p:cNvSpPr>
            <a:spLocks noGrp="1"/>
          </p:cNvSpPr>
          <p:nvPr>
            <p:ph type="title"/>
          </p:nvPr>
        </p:nvSpPr>
        <p:spPr>
          <a:xfrm>
            <a:off x="838200" y="203760"/>
            <a:ext cx="10515600" cy="1340731"/>
          </a:xfrm>
        </p:spPr>
        <p:txBody>
          <a:bodyPr>
            <a:noAutofit/>
          </a:bodyPr>
          <a:lstStyle/>
          <a:p>
            <a:r>
              <a:rPr lang="ru-RU" sz="3600" dirty="0"/>
              <a:t>Текстовое описание бизнес процесса «Разработать и протестировать программный модуль»</a:t>
            </a:r>
          </a:p>
        </p:txBody>
      </p:sp>
      <p:sp>
        <p:nvSpPr>
          <p:cNvPr id="3" name="Объект 2">
            <a:extLst>
              <a:ext uri="{FF2B5EF4-FFF2-40B4-BE49-F238E27FC236}">
                <a16:creationId xmlns:a16="http://schemas.microsoft.com/office/drawing/2014/main" id="{25F649D6-32CA-87C5-EBB0-11A9353EE031}"/>
              </a:ext>
            </a:extLst>
          </p:cNvPr>
          <p:cNvSpPr>
            <a:spLocks noGrp="1"/>
          </p:cNvSpPr>
          <p:nvPr>
            <p:ph idx="1"/>
          </p:nvPr>
        </p:nvSpPr>
        <p:spPr>
          <a:xfrm>
            <a:off x="838200" y="1698171"/>
            <a:ext cx="10515600" cy="4478792"/>
          </a:xfrm>
        </p:spPr>
        <p:txBody>
          <a:bodyPr>
            <a:normAutofit fontScale="77500" lnSpcReduction="20000"/>
          </a:bodyPr>
          <a:lstStyle/>
          <a:p>
            <a:pPr marL="0" indent="0" algn="just">
              <a:buNone/>
            </a:pPr>
            <a:r>
              <a:rPr lang="ru-RU" dirty="0"/>
              <a:t>Процесс начинается после получения утверждённых требований и технической концепции. Руководитель разработки анализирует объём работ и декомпозирует функционал на задачи для команды разработки. Задачи распределяются между разработчиками, после чего начинается реализация программного модуля. Разработчики создают программный код, настраивают необходимые сервисы, реализуют интеграции и проводят первичную проверку работоспособности. После завершения разработки код передаётся на ревью. Ведущий разработчик проверяет качество кода, соответствие архитектуре, наличие ошибок и соблюдение стандартов разработки. Если код не проходит ревью, он возвращается разработчику на доработку. Если ревью успешно пройдено, изменения объединяются с основной веткой разработки и передаются на тестирование. QA-инженер подготавливает тестовые сценарии и выполняет функциональное тестирование. Если выявлены дефекты, они фиксируются в системе управления задачами и возвращаются разработчику для исправления. После устранения дефектов тестирование проводится повторно. Если критических ошибок не обнаружено, программный модуль считается готовым к внедрению.</a:t>
            </a:r>
          </a:p>
        </p:txBody>
      </p:sp>
    </p:spTree>
    <p:extLst>
      <p:ext uri="{BB962C8B-B14F-4D97-AF65-F5344CB8AC3E}">
        <p14:creationId xmlns:p14="http://schemas.microsoft.com/office/powerpoint/2010/main" val="104118927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108DA5-591E-E30A-C747-EF66D462AF9D}"/>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DC7269BC-7CBB-D14D-CA5B-7395DB559FE7}"/>
              </a:ext>
            </a:extLst>
          </p:cNvPr>
          <p:cNvSpPr>
            <a:spLocks noGrp="1"/>
          </p:cNvSpPr>
          <p:nvPr>
            <p:ph type="title"/>
          </p:nvPr>
        </p:nvSpPr>
        <p:spPr>
          <a:xfrm>
            <a:off x="838200" y="203760"/>
            <a:ext cx="10515600" cy="1340731"/>
          </a:xfrm>
        </p:spPr>
        <p:txBody>
          <a:bodyPr>
            <a:noAutofit/>
          </a:bodyPr>
          <a:lstStyle/>
          <a:p>
            <a:r>
              <a:rPr lang="ru-RU" sz="3600" dirty="0"/>
              <a:t>Текстовое описание бизнес процесса «Внедрить программный модуль»</a:t>
            </a:r>
          </a:p>
        </p:txBody>
      </p:sp>
      <p:sp>
        <p:nvSpPr>
          <p:cNvPr id="3" name="Объект 2">
            <a:extLst>
              <a:ext uri="{FF2B5EF4-FFF2-40B4-BE49-F238E27FC236}">
                <a16:creationId xmlns:a16="http://schemas.microsoft.com/office/drawing/2014/main" id="{D5538490-8863-D8A5-4FE1-5213A24EEBD8}"/>
              </a:ext>
            </a:extLst>
          </p:cNvPr>
          <p:cNvSpPr>
            <a:spLocks noGrp="1"/>
          </p:cNvSpPr>
          <p:nvPr>
            <p:ph idx="1"/>
          </p:nvPr>
        </p:nvSpPr>
        <p:spPr>
          <a:xfrm>
            <a:off x="838200" y="1698171"/>
            <a:ext cx="10515600" cy="4478792"/>
          </a:xfrm>
        </p:spPr>
        <p:txBody>
          <a:bodyPr>
            <a:normAutofit fontScale="85000" lnSpcReduction="20000"/>
          </a:bodyPr>
          <a:lstStyle/>
          <a:p>
            <a:pPr marL="0" indent="0">
              <a:buNone/>
            </a:pPr>
            <a:r>
              <a:rPr lang="ru-RU" dirty="0"/>
              <a:t>Процесс начинается после того, как программный модуль успешно прошёл разработку, ревью и тестирование. Тимлид передаёт готовый релиз </a:t>
            </a:r>
            <a:r>
              <a:rPr lang="ru-RU" dirty="0" err="1"/>
              <a:t>DevOps</a:t>
            </a:r>
            <a:r>
              <a:rPr lang="ru-RU" dirty="0"/>
              <a:t>-инженеру и системному администратору для подготовки к внедрению. Сначала формируется план релиза: определяется состав изменений, сроки внедрения, ответственные сотрудники, возможные риски и план отката. Затем </a:t>
            </a:r>
            <a:r>
              <a:rPr lang="ru-RU" dirty="0" err="1"/>
              <a:t>DevOps</a:t>
            </a:r>
            <a:r>
              <a:rPr lang="ru-RU" dirty="0"/>
              <a:t>-инженер подготавливает окружение для развёртывания: проверяет настройки серверов, базы данных, переменные окружения, доступы, интеграции и конфигурации. После подготовки окружения выполняется развёртывание программного модуля в продуктивную среду. Затем проводится техническая проверка: система должна корректно запускаться, взаимодействовать с другими сервисами и обрабатывать запросы пользователей.QA-инженер выполняет </a:t>
            </a:r>
            <a:r>
              <a:rPr lang="ru-RU" dirty="0" err="1"/>
              <a:t>smoke</a:t>
            </a:r>
            <a:r>
              <a:rPr lang="ru-RU" dirty="0"/>
              <a:t>-тестирование в продуктивной среде. Если обнаружены критические ошибки, задача возвращается в разработку. Если ошибок нет, заказчик получает уведомление о новом функционале.</a:t>
            </a:r>
          </a:p>
        </p:txBody>
      </p:sp>
    </p:spTree>
    <p:extLst>
      <p:ext uri="{BB962C8B-B14F-4D97-AF65-F5344CB8AC3E}">
        <p14:creationId xmlns:p14="http://schemas.microsoft.com/office/powerpoint/2010/main" val="343991201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241E27-78B0-02DA-422C-9BF4ADFE1985}"/>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07637C4D-C28A-C661-1A0E-F393839C9DBE}"/>
              </a:ext>
            </a:extLst>
          </p:cNvPr>
          <p:cNvSpPr>
            <a:spLocks noGrp="1"/>
          </p:cNvSpPr>
          <p:nvPr>
            <p:ph type="title"/>
          </p:nvPr>
        </p:nvSpPr>
        <p:spPr>
          <a:xfrm>
            <a:off x="321448" y="203760"/>
            <a:ext cx="11549103" cy="848953"/>
          </a:xfrm>
        </p:spPr>
        <p:txBody>
          <a:bodyPr>
            <a:noAutofit/>
          </a:bodyPr>
          <a:lstStyle/>
          <a:p>
            <a:pPr algn="ctr"/>
            <a:r>
              <a:rPr lang="en-US" sz="3600" dirty="0"/>
              <a:t>BPMN </a:t>
            </a:r>
            <a:r>
              <a:rPr lang="ru-RU" sz="3600" dirty="0"/>
              <a:t>диаграмма процесса «Спроектировать новый функционал»</a:t>
            </a:r>
            <a:r>
              <a:rPr lang="ru-RU" sz="3600" dirty="0">
                <a:effectLst/>
              </a:rPr>
              <a:t> </a:t>
            </a:r>
            <a:endParaRPr lang="ru-RU" sz="3600" dirty="0"/>
          </a:p>
        </p:txBody>
      </p:sp>
      <p:pic>
        <p:nvPicPr>
          <p:cNvPr id="6" name="Рисунок 5">
            <a:extLst>
              <a:ext uri="{FF2B5EF4-FFF2-40B4-BE49-F238E27FC236}">
                <a16:creationId xmlns:a16="http://schemas.microsoft.com/office/drawing/2014/main" id="{B06DA577-48CF-A2D9-71B4-9D1D7BEF50FB}"/>
              </a:ext>
            </a:extLst>
          </p:cNvPr>
          <p:cNvPicPr>
            <a:picLocks noChangeAspect="1"/>
          </p:cNvPicPr>
          <p:nvPr/>
        </p:nvPicPr>
        <p:blipFill>
          <a:blip r:embed="rId2"/>
          <a:stretch>
            <a:fillRect/>
          </a:stretch>
        </p:blipFill>
        <p:spPr>
          <a:xfrm>
            <a:off x="1191682" y="1330515"/>
            <a:ext cx="9808636" cy="4987309"/>
          </a:xfrm>
          <a:prstGeom prst="rect">
            <a:avLst/>
          </a:prstGeom>
        </p:spPr>
      </p:pic>
    </p:spTree>
    <p:extLst>
      <p:ext uri="{BB962C8B-B14F-4D97-AF65-F5344CB8AC3E}">
        <p14:creationId xmlns:p14="http://schemas.microsoft.com/office/powerpoint/2010/main" val="146337319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B0ED97-1BB9-FCC3-3775-244154F56F03}"/>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8E3BC321-2F89-62EF-674C-202E01CA9A02}"/>
              </a:ext>
            </a:extLst>
          </p:cNvPr>
          <p:cNvSpPr>
            <a:spLocks noGrp="1"/>
          </p:cNvSpPr>
          <p:nvPr>
            <p:ph type="title"/>
          </p:nvPr>
        </p:nvSpPr>
        <p:spPr>
          <a:xfrm>
            <a:off x="321448" y="203760"/>
            <a:ext cx="11549103" cy="848953"/>
          </a:xfrm>
        </p:spPr>
        <p:txBody>
          <a:bodyPr>
            <a:noAutofit/>
          </a:bodyPr>
          <a:lstStyle/>
          <a:p>
            <a:pPr algn="ctr"/>
            <a:r>
              <a:rPr lang="en-US" sz="3600" dirty="0"/>
              <a:t>BPMN </a:t>
            </a:r>
            <a:r>
              <a:rPr lang="ru-RU" sz="3600" dirty="0"/>
              <a:t>диаграмма процесса «Разработать и протестировать программный модуль»</a:t>
            </a:r>
            <a:r>
              <a:rPr lang="ru-RU" sz="3600" dirty="0">
                <a:effectLst/>
              </a:rPr>
              <a:t> </a:t>
            </a:r>
            <a:endParaRPr lang="ru-RU" sz="3600" dirty="0"/>
          </a:p>
        </p:txBody>
      </p:sp>
      <p:pic>
        <p:nvPicPr>
          <p:cNvPr id="6" name="Рисунок 5">
            <a:extLst>
              <a:ext uri="{FF2B5EF4-FFF2-40B4-BE49-F238E27FC236}">
                <a16:creationId xmlns:a16="http://schemas.microsoft.com/office/drawing/2014/main" id="{D1226025-5338-2EB3-7CAB-007A33298968}"/>
              </a:ext>
            </a:extLst>
          </p:cNvPr>
          <p:cNvPicPr>
            <a:picLocks noChangeAspect="1"/>
          </p:cNvPicPr>
          <p:nvPr/>
        </p:nvPicPr>
        <p:blipFill>
          <a:blip r:embed="rId2"/>
          <a:stretch>
            <a:fillRect/>
          </a:stretch>
        </p:blipFill>
        <p:spPr>
          <a:xfrm>
            <a:off x="1935374" y="1229192"/>
            <a:ext cx="8321252" cy="5144047"/>
          </a:xfrm>
          <a:prstGeom prst="rect">
            <a:avLst/>
          </a:prstGeom>
        </p:spPr>
      </p:pic>
    </p:spTree>
    <p:extLst>
      <p:ext uri="{BB962C8B-B14F-4D97-AF65-F5344CB8AC3E}">
        <p14:creationId xmlns:p14="http://schemas.microsoft.com/office/powerpoint/2010/main" val="216906043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2C9628-6EA5-31F3-1376-57727AA4AC3C}"/>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9F93C564-B8E6-6CD8-5C37-8DF87318C2F6}"/>
              </a:ext>
            </a:extLst>
          </p:cNvPr>
          <p:cNvSpPr>
            <a:spLocks noGrp="1"/>
          </p:cNvSpPr>
          <p:nvPr>
            <p:ph type="title"/>
          </p:nvPr>
        </p:nvSpPr>
        <p:spPr>
          <a:xfrm>
            <a:off x="321448" y="203760"/>
            <a:ext cx="11549103" cy="848953"/>
          </a:xfrm>
        </p:spPr>
        <p:txBody>
          <a:bodyPr>
            <a:noAutofit/>
          </a:bodyPr>
          <a:lstStyle/>
          <a:p>
            <a:pPr algn="ctr"/>
            <a:r>
              <a:rPr lang="en-US" sz="3600" dirty="0"/>
              <a:t>BPMN </a:t>
            </a:r>
            <a:r>
              <a:rPr lang="ru-RU" sz="3600" dirty="0"/>
              <a:t>диаграмма процесса «Внедрить программный модуль»</a:t>
            </a:r>
            <a:r>
              <a:rPr lang="ru-RU" sz="3600" dirty="0">
                <a:effectLst/>
              </a:rPr>
              <a:t> </a:t>
            </a:r>
            <a:endParaRPr lang="ru-RU" sz="3600" dirty="0"/>
          </a:p>
        </p:txBody>
      </p:sp>
      <p:pic>
        <p:nvPicPr>
          <p:cNvPr id="11" name="Рисунок 10">
            <a:extLst>
              <a:ext uri="{FF2B5EF4-FFF2-40B4-BE49-F238E27FC236}">
                <a16:creationId xmlns:a16="http://schemas.microsoft.com/office/drawing/2014/main" id="{BA45D12A-AD79-617F-3227-62E226AF0D53}"/>
              </a:ext>
            </a:extLst>
          </p:cNvPr>
          <p:cNvPicPr>
            <a:picLocks noChangeAspect="1"/>
          </p:cNvPicPr>
          <p:nvPr/>
        </p:nvPicPr>
        <p:blipFill>
          <a:blip r:embed="rId2"/>
          <a:stretch>
            <a:fillRect/>
          </a:stretch>
        </p:blipFill>
        <p:spPr>
          <a:xfrm>
            <a:off x="1415374" y="1339174"/>
            <a:ext cx="9361251" cy="4680626"/>
          </a:xfrm>
          <a:prstGeom prst="rect">
            <a:avLst/>
          </a:prstGeom>
        </p:spPr>
      </p:pic>
    </p:spTree>
    <p:extLst>
      <p:ext uri="{BB962C8B-B14F-4D97-AF65-F5344CB8AC3E}">
        <p14:creationId xmlns:p14="http://schemas.microsoft.com/office/powerpoint/2010/main" val="278387306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9025E3-FA2B-CCA8-5A5F-DFD90521B52D}"/>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48CD109A-1B85-F5A9-014D-3028C360EC23}"/>
              </a:ext>
            </a:extLst>
          </p:cNvPr>
          <p:cNvSpPr>
            <a:spLocks noGrp="1"/>
          </p:cNvSpPr>
          <p:nvPr>
            <p:ph type="title"/>
          </p:nvPr>
        </p:nvSpPr>
        <p:spPr>
          <a:xfrm>
            <a:off x="321448" y="18289"/>
            <a:ext cx="11549103" cy="1071208"/>
          </a:xfrm>
        </p:spPr>
        <p:txBody>
          <a:bodyPr>
            <a:noAutofit/>
          </a:bodyPr>
          <a:lstStyle/>
          <a:p>
            <a:pPr algn="ctr"/>
            <a:r>
              <a:rPr lang="en-US" sz="3600" dirty="0"/>
              <a:t>EPC </a:t>
            </a:r>
            <a:r>
              <a:rPr lang="ru-RU" sz="3600" dirty="0"/>
              <a:t>диаграмма процесса «Спроектировать новый функционал»</a:t>
            </a:r>
            <a:r>
              <a:rPr lang="ru-RU" sz="3600" dirty="0">
                <a:effectLst/>
              </a:rPr>
              <a:t> </a:t>
            </a:r>
            <a:endParaRPr lang="ru-RU" sz="3600" dirty="0"/>
          </a:p>
        </p:txBody>
      </p:sp>
      <p:pic>
        <p:nvPicPr>
          <p:cNvPr id="7" name="Рисунок 6">
            <a:extLst>
              <a:ext uri="{FF2B5EF4-FFF2-40B4-BE49-F238E27FC236}">
                <a16:creationId xmlns:a16="http://schemas.microsoft.com/office/drawing/2014/main" id="{1266F0E2-FBAB-8CEA-E2A0-6B0EDC663C30}"/>
              </a:ext>
            </a:extLst>
          </p:cNvPr>
          <p:cNvPicPr>
            <a:picLocks noChangeAspect="1"/>
          </p:cNvPicPr>
          <p:nvPr/>
        </p:nvPicPr>
        <p:blipFill>
          <a:blip r:embed="rId2"/>
          <a:srcRect b="13491"/>
          <a:stretch>
            <a:fillRect/>
          </a:stretch>
        </p:blipFill>
        <p:spPr>
          <a:xfrm>
            <a:off x="1332175" y="1089497"/>
            <a:ext cx="4395583" cy="4990289"/>
          </a:xfrm>
          <a:prstGeom prst="rect">
            <a:avLst/>
          </a:prstGeom>
        </p:spPr>
      </p:pic>
      <p:pic>
        <p:nvPicPr>
          <p:cNvPr id="9" name="Рисунок 8">
            <a:extLst>
              <a:ext uri="{FF2B5EF4-FFF2-40B4-BE49-F238E27FC236}">
                <a16:creationId xmlns:a16="http://schemas.microsoft.com/office/drawing/2014/main" id="{AB948F1E-F139-577C-3CA2-CE5D85A9D7B6}"/>
              </a:ext>
            </a:extLst>
          </p:cNvPr>
          <p:cNvPicPr>
            <a:picLocks noChangeAspect="1"/>
          </p:cNvPicPr>
          <p:nvPr/>
        </p:nvPicPr>
        <p:blipFill>
          <a:blip r:embed="rId3"/>
          <a:srcRect t="4885"/>
          <a:stretch>
            <a:fillRect/>
          </a:stretch>
        </p:blipFill>
        <p:spPr>
          <a:xfrm>
            <a:off x="7068737" y="982493"/>
            <a:ext cx="3228999" cy="5525311"/>
          </a:xfrm>
          <a:prstGeom prst="rect">
            <a:avLst/>
          </a:prstGeom>
        </p:spPr>
      </p:pic>
    </p:spTree>
    <p:extLst>
      <p:ext uri="{BB962C8B-B14F-4D97-AF65-F5344CB8AC3E}">
        <p14:creationId xmlns:p14="http://schemas.microsoft.com/office/powerpoint/2010/main" val="362838956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2CB9AC-1C64-23EE-2F09-166D5336AFB3}"/>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A31E22ED-A76C-8A86-E568-2EC49E5842D5}"/>
              </a:ext>
            </a:extLst>
          </p:cNvPr>
          <p:cNvSpPr>
            <a:spLocks noGrp="1"/>
          </p:cNvSpPr>
          <p:nvPr>
            <p:ph type="title"/>
          </p:nvPr>
        </p:nvSpPr>
        <p:spPr>
          <a:xfrm>
            <a:off x="321448" y="111167"/>
            <a:ext cx="11549103" cy="821521"/>
          </a:xfrm>
        </p:spPr>
        <p:txBody>
          <a:bodyPr>
            <a:noAutofit/>
          </a:bodyPr>
          <a:lstStyle/>
          <a:p>
            <a:pPr algn="ctr"/>
            <a:r>
              <a:rPr lang="en-US" sz="3600" dirty="0"/>
              <a:t>EPC </a:t>
            </a:r>
            <a:r>
              <a:rPr lang="ru-RU" sz="3600" dirty="0"/>
              <a:t>диаграмма процесса «Разработать и протестировать программный модуль»</a:t>
            </a:r>
            <a:r>
              <a:rPr lang="ru-RU" sz="3600" dirty="0">
                <a:effectLst/>
              </a:rPr>
              <a:t> </a:t>
            </a:r>
            <a:endParaRPr lang="ru-RU" sz="3600" dirty="0"/>
          </a:p>
        </p:txBody>
      </p:sp>
      <p:pic>
        <p:nvPicPr>
          <p:cNvPr id="5" name="Рисунок 4">
            <a:extLst>
              <a:ext uri="{FF2B5EF4-FFF2-40B4-BE49-F238E27FC236}">
                <a16:creationId xmlns:a16="http://schemas.microsoft.com/office/drawing/2014/main" id="{E6B716D0-F283-2821-DB0B-65D96D45B451}"/>
              </a:ext>
            </a:extLst>
          </p:cNvPr>
          <p:cNvPicPr>
            <a:picLocks noChangeAspect="1"/>
          </p:cNvPicPr>
          <p:nvPr/>
        </p:nvPicPr>
        <p:blipFill>
          <a:blip r:embed="rId2"/>
          <a:srcRect b="13869"/>
          <a:stretch>
            <a:fillRect/>
          </a:stretch>
        </p:blipFill>
        <p:spPr>
          <a:xfrm>
            <a:off x="1616712" y="1147863"/>
            <a:ext cx="4348296" cy="4591456"/>
          </a:xfrm>
          <a:prstGeom prst="rect">
            <a:avLst/>
          </a:prstGeom>
        </p:spPr>
      </p:pic>
      <p:pic>
        <p:nvPicPr>
          <p:cNvPr id="15" name="Рисунок 14">
            <a:extLst>
              <a:ext uri="{FF2B5EF4-FFF2-40B4-BE49-F238E27FC236}">
                <a16:creationId xmlns:a16="http://schemas.microsoft.com/office/drawing/2014/main" id="{17A8109E-DD2A-4B0D-F11E-80912DBA028C}"/>
              </a:ext>
            </a:extLst>
          </p:cNvPr>
          <p:cNvPicPr>
            <a:picLocks noChangeAspect="1"/>
          </p:cNvPicPr>
          <p:nvPr/>
        </p:nvPicPr>
        <p:blipFill>
          <a:blip r:embed="rId3"/>
          <a:srcRect t="6383"/>
          <a:stretch>
            <a:fillRect/>
          </a:stretch>
        </p:blipFill>
        <p:spPr>
          <a:xfrm>
            <a:off x="6604384" y="932688"/>
            <a:ext cx="3970904" cy="5418305"/>
          </a:xfrm>
          <a:prstGeom prst="rect">
            <a:avLst/>
          </a:prstGeom>
        </p:spPr>
      </p:pic>
    </p:spTree>
    <p:extLst>
      <p:ext uri="{BB962C8B-B14F-4D97-AF65-F5344CB8AC3E}">
        <p14:creationId xmlns:p14="http://schemas.microsoft.com/office/powerpoint/2010/main" val="288037309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E48BB1-92A1-CC79-4796-C883630379B5}"/>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B52562DB-6C35-0A26-9B22-81EF4C8666C8}"/>
              </a:ext>
            </a:extLst>
          </p:cNvPr>
          <p:cNvSpPr>
            <a:spLocks noGrp="1"/>
          </p:cNvSpPr>
          <p:nvPr>
            <p:ph type="title"/>
          </p:nvPr>
        </p:nvSpPr>
        <p:spPr>
          <a:xfrm>
            <a:off x="321448" y="210359"/>
            <a:ext cx="11549103" cy="625799"/>
          </a:xfrm>
        </p:spPr>
        <p:txBody>
          <a:bodyPr>
            <a:noAutofit/>
          </a:bodyPr>
          <a:lstStyle/>
          <a:p>
            <a:pPr algn="ctr"/>
            <a:r>
              <a:rPr lang="en-US" sz="3600" dirty="0"/>
              <a:t>EPC </a:t>
            </a:r>
            <a:r>
              <a:rPr lang="ru-RU" sz="3600" dirty="0"/>
              <a:t>диаграмма процесса «Внедрить программный модуль»</a:t>
            </a:r>
            <a:r>
              <a:rPr lang="ru-RU" sz="3600" dirty="0">
                <a:effectLst/>
              </a:rPr>
              <a:t> </a:t>
            </a:r>
            <a:endParaRPr lang="ru-RU" sz="3600" dirty="0"/>
          </a:p>
        </p:txBody>
      </p:sp>
      <p:pic>
        <p:nvPicPr>
          <p:cNvPr id="5" name="Рисунок 4">
            <a:extLst>
              <a:ext uri="{FF2B5EF4-FFF2-40B4-BE49-F238E27FC236}">
                <a16:creationId xmlns:a16="http://schemas.microsoft.com/office/drawing/2014/main" id="{06D0C324-584C-5D71-8E9B-43FCCD45E5D3}"/>
              </a:ext>
            </a:extLst>
          </p:cNvPr>
          <p:cNvPicPr>
            <a:picLocks noChangeAspect="1"/>
          </p:cNvPicPr>
          <p:nvPr/>
        </p:nvPicPr>
        <p:blipFill>
          <a:blip r:embed="rId2"/>
          <a:srcRect b="6779"/>
          <a:stretch>
            <a:fillRect/>
          </a:stretch>
        </p:blipFill>
        <p:spPr>
          <a:xfrm>
            <a:off x="974076" y="717095"/>
            <a:ext cx="3500647" cy="5930546"/>
          </a:xfrm>
          <a:prstGeom prst="rect">
            <a:avLst/>
          </a:prstGeom>
        </p:spPr>
      </p:pic>
      <p:pic>
        <p:nvPicPr>
          <p:cNvPr id="11" name="Рисунок 10">
            <a:extLst>
              <a:ext uri="{FF2B5EF4-FFF2-40B4-BE49-F238E27FC236}">
                <a16:creationId xmlns:a16="http://schemas.microsoft.com/office/drawing/2014/main" id="{FFC14502-95B1-0E93-8368-05551DCF580E}"/>
              </a:ext>
            </a:extLst>
          </p:cNvPr>
          <p:cNvPicPr>
            <a:picLocks noChangeAspect="1"/>
          </p:cNvPicPr>
          <p:nvPr/>
        </p:nvPicPr>
        <p:blipFill>
          <a:blip r:embed="rId3"/>
          <a:srcRect t="18440"/>
          <a:stretch>
            <a:fillRect/>
          </a:stretch>
        </p:blipFill>
        <p:spPr>
          <a:xfrm>
            <a:off x="5418578" y="1653701"/>
            <a:ext cx="6306836" cy="3852153"/>
          </a:xfrm>
          <a:prstGeom prst="rect">
            <a:avLst/>
          </a:prstGeom>
        </p:spPr>
      </p:pic>
    </p:spTree>
    <p:extLst>
      <p:ext uri="{BB962C8B-B14F-4D97-AF65-F5344CB8AC3E}">
        <p14:creationId xmlns:p14="http://schemas.microsoft.com/office/powerpoint/2010/main" val="101023653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FE3919-37D1-50EF-7A67-AD627451BA23}"/>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25D58292-6700-2B3A-A9EC-83C24B6FB36D}"/>
              </a:ext>
            </a:extLst>
          </p:cNvPr>
          <p:cNvSpPr>
            <a:spLocks noGrp="1"/>
          </p:cNvSpPr>
          <p:nvPr>
            <p:ph type="title"/>
          </p:nvPr>
        </p:nvSpPr>
        <p:spPr>
          <a:xfrm>
            <a:off x="321448" y="210359"/>
            <a:ext cx="11549103" cy="625799"/>
          </a:xfrm>
        </p:spPr>
        <p:txBody>
          <a:bodyPr>
            <a:noAutofit/>
          </a:bodyPr>
          <a:lstStyle/>
          <a:p>
            <a:pPr algn="ctr"/>
            <a:r>
              <a:rPr lang="ru-RU" sz="3600" dirty="0"/>
              <a:t>Результаты</a:t>
            </a:r>
          </a:p>
        </p:txBody>
      </p:sp>
      <p:sp>
        <p:nvSpPr>
          <p:cNvPr id="5" name="TextBox 4">
            <a:extLst>
              <a:ext uri="{FF2B5EF4-FFF2-40B4-BE49-F238E27FC236}">
                <a16:creationId xmlns:a16="http://schemas.microsoft.com/office/drawing/2014/main" id="{323E49AB-19B7-B62D-A48C-9F70C22BDACB}"/>
              </a:ext>
            </a:extLst>
          </p:cNvPr>
          <p:cNvSpPr txBox="1"/>
          <p:nvPr/>
        </p:nvSpPr>
        <p:spPr>
          <a:xfrm>
            <a:off x="1071663" y="2149812"/>
            <a:ext cx="10048672" cy="1938992"/>
          </a:xfrm>
          <a:prstGeom prst="rect">
            <a:avLst/>
          </a:prstGeom>
          <a:noFill/>
        </p:spPr>
        <p:txBody>
          <a:bodyPr wrap="square" rtlCol="0">
            <a:spAutoFit/>
          </a:bodyPr>
          <a:lstStyle/>
          <a:p>
            <a:r>
              <a:rPr lang="ru-RU" sz="2400" dirty="0"/>
              <a:t>В ходе выполнения практической работы было выполнено:</a:t>
            </a:r>
          </a:p>
          <a:p>
            <a:pPr marL="285750" indent="-285750">
              <a:buFont typeface="Arial" panose="020B0604020202020204" pitchFamily="34" charset="0"/>
              <a:buChar char="•"/>
            </a:pPr>
            <a:r>
              <a:rPr lang="ru-RU" sz="2400" dirty="0"/>
              <a:t>Приведено текстовое описание бизнес-процессов</a:t>
            </a:r>
          </a:p>
          <a:p>
            <a:pPr marL="285750" indent="-285750">
              <a:buFont typeface="Arial" panose="020B0604020202020204" pitchFamily="34" charset="0"/>
              <a:buChar char="•"/>
            </a:pPr>
            <a:r>
              <a:rPr lang="ru-RU" sz="2400" dirty="0"/>
              <a:t>Сформировано графическое представление бизнес-процесса в нотации BPMN</a:t>
            </a:r>
          </a:p>
          <a:p>
            <a:pPr marL="285750" indent="-285750">
              <a:buFont typeface="Arial" panose="020B0604020202020204" pitchFamily="34" charset="0"/>
              <a:buChar char="•"/>
            </a:pPr>
            <a:r>
              <a:rPr lang="ru-RU" sz="2400" dirty="0"/>
              <a:t>Построена процессно-событийная модель бизнес-процесса</a:t>
            </a:r>
          </a:p>
        </p:txBody>
      </p:sp>
    </p:spTree>
    <p:extLst>
      <p:ext uri="{BB962C8B-B14F-4D97-AF65-F5344CB8AC3E}">
        <p14:creationId xmlns:p14="http://schemas.microsoft.com/office/powerpoint/2010/main" val="4158467981"/>
      </p:ext>
    </p:extLst>
  </p:cSld>
  <p:clrMapOvr>
    <a:masterClrMapping/>
  </p:clrMapOvr>
</p:sld>
</file>

<file path=ppt/theme/theme1.xml><?xml version="1.0" encoding="utf-8"?>
<a:theme xmlns:a="http://schemas.openxmlformats.org/drawingml/2006/main" name="Тема Office">
  <a:themeElements>
    <a:clrScheme name="Стандартная">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Стандартная">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4128</TotalTime>
  <Words>575</Words>
  <Application>Microsoft Office PowerPoint</Application>
  <PresentationFormat>Широкоэкранный</PresentationFormat>
  <Paragraphs>20</Paragraphs>
  <Slides>11</Slides>
  <Notes>0</Notes>
  <HiddenSlides>0</HiddenSlides>
  <MMClips>0</MMClips>
  <ScaleCrop>false</ScaleCrop>
  <HeadingPairs>
    <vt:vector size="6" baseType="variant">
      <vt:variant>
        <vt:lpstr>Использованные шрифты</vt:lpstr>
      </vt:variant>
      <vt:variant>
        <vt:i4>3</vt:i4>
      </vt:variant>
      <vt:variant>
        <vt:lpstr>Тема</vt:lpstr>
      </vt:variant>
      <vt:variant>
        <vt:i4>1</vt:i4>
      </vt:variant>
      <vt:variant>
        <vt:lpstr>Заголовки слайдов</vt:lpstr>
      </vt:variant>
      <vt:variant>
        <vt:i4>11</vt:i4>
      </vt:variant>
    </vt:vector>
  </HeadingPairs>
  <TitlesOfParts>
    <vt:vector size="15" baseType="lpstr">
      <vt:lpstr>Aptos</vt:lpstr>
      <vt:lpstr>Aptos Display</vt:lpstr>
      <vt:lpstr>Arial</vt:lpstr>
      <vt:lpstr>Тема Office</vt:lpstr>
      <vt:lpstr>Практическая работа №18</vt:lpstr>
      <vt:lpstr>Текстовое описание бизнес процесса «Спроектировать новый функционал»</vt:lpstr>
      <vt:lpstr>Текстовое описание бизнес процесса «Разработать и протестировать программный модуль»</vt:lpstr>
      <vt:lpstr>Текстовое описание бизнес процесса «Внедрить программный модуль»</vt:lpstr>
      <vt:lpstr>BPMN диаграмма процесса «Спроектировать новый функционал» </vt:lpstr>
      <vt:lpstr>BPMN диаграмма процесса «Разработать и протестировать программный модуль» </vt:lpstr>
      <vt:lpstr>BPMN диаграмма процесса «Внедрить программный модуль» </vt:lpstr>
      <vt:lpstr>EPC диаграмма процесса «Спроектировать новый функционал» </vt:lpstr>
      <vt:lpstr>EPC диаграмма процесса «Разработать и протестировать программный модуль» </vt:lpstr>
      <vt:lpstr>EPC диаграмма процесса «Внедрить программный модуль» </vt:lpstr>
      <vt:lpstr>Результаты</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3BE3DA</dc:creator>
  <cp:lastModifiedBy>3BE3DA</cp:lastModifiedBy>
  <cp:revision>50</cp:revision>
  <dcterms:created xsi:type="dcterms:W3CDTF">2026-05-15T15:36:17Z</dcterms:created>
  <dcterms:modified xsi:type="dcterms:W3CDTF">2026-05-21T17:45:17Z</dcterms:modified>
</cp:coreProperties>
</file>