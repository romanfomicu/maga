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360" r:id="rId3"/>
    <p:sldId id="361" r:id="rId4"/>
    <p:sldId id="363" r:id="rId5"/>
    <p:sldId id="3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35DC24-526C-81F8-9DF8-B4931FBA56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A0A610B-7A81-4CE3-8162-236A689A50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74F3D-42E0-4A72-BB15-FEEFA00A8C87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2C8B893-20FE-1DC2-8F96-2232DBE847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A27C2-D6D6-6F76-9FF0-BED1550087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7E86D-A132-4DAF-B3FF-F7AA28123C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55575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657816-A24D-4928-AF2B-A04B375111FB}" type="datetimeFigureOut">
              <a:rPr lang="ru-RU" smtClean="0"/>
              <a:t>13.03.2026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3245D-039D-4E3B-BE2B-5F0A4ACD7E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050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C36C1-1AD7-8D1F-9B03-52302DB1C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B39BD8C-0934-EC8B-6A9F-06FDE5977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021564-BF1E-FC7D-BE53-3714FD25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DEBE0D-9C57-4A4A-94C6-190D92E06281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AD17B4-CE12-8515-519B-E4008F61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2D18E9-07A6-4583-4A35-DF29E4DE5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051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0BB04B-6D01-7EA2-72F1-DD61A92B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4DDC3E-27C6-BA93-60A3-61CD2940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954F04-3728-E606-8FED-789E9485F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E044A-2533-41FD-8279-E4D173C1F810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101A62-942C-3431-D03C-F157F8B57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720CC7-B193-3E3D-83BB-C6ED9EF9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707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6D2AB-7132-ED33-0ACD-33A1E197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20E0E5-E9C0-DDD9-7BDF-74C73560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99915F-A3DD-9A69-00A9-5807008B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C53B0-D1DB-4D1F-A664-FEA166BEF522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4F1892-E061-C6E2-A319-D8EBBFBB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A92DC-FE14-77D5-39CA-88BBC855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075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2C28C-DE16-62FA-327B-67126467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FE5EA-4F59-9E2B-F690-B7FE7FD340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35F252E-CAE0-2848-9989-9C98F0DDD1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C828E5-D6C5-29D5-6523-3BD653CF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612F-9D4B-466C-834E-7C95B1A5DE4D}" type="datetime1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9C4D04-23F4-BC1C-B6ED-54A322E9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076ED7-DC2F-0E0F-12E7-00F1DA8A0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8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3822B-1EB9-3215-0732-CB3CAC5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C3425C-4D24-BAB7-AB53-3D9A891A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29008F-0C61-BC25-11BD-7314EAD9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14CDB09-6C7D-92EB-87AC-4E64299C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A6203B-AFB0-A852-A84C-8020861D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BBE282-91B0-02AE-F20A-6CC7F5FFE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7E8F-95CB-46F2-8677-85001041AD07}" type="datetime1">
              <a:rPr lang="ru-RU" smtClean="0"/>
              <a:t>13.03.2026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A05C2A-72A0-1FCA-E6C9-2CB952F0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370865E-E2C3-DAC0-7A8C-72228928E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91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2621D1-E920-D0CD-87BE-844FEE5A4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59F917-CF64-5A0A-4F31-4B054A116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0D01A-1328-4A18-B583-F796910629F0}" type="datetime1">
              <a:rPr lang="ru-RU" smtClean="0"/>
              <a:t>13.03.2026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1EC542-267E-A4C8-F432-DA24A40D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ED4A9A-A575-92E1-5808-2E0007D71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5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4C405B6-C6A6-B20E-C370-9D89480FF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6EF01-3957-49F2-815F-AECFA400DBB2}" type="datetime1">
              <a:rPr lang="ru-RU" smtClean="0"/>
              <a:t>13.03.2026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E73FEC4-2D7A-7FAB-DA19-5FB736FC3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535002-6C3B-4E65-AFD0-D464CE25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0434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382E0-CD1E-040D-7A8A-ED961B21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3B3543-0AFC-C08D-DF96-946E2F37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384543-2E96-47A0-A1B8-08132EE6B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FE56B1-B694-CAD3-1A22-AEE2B6A3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F73A-AC30-4448-B85F-CA5236BC677E}" type="datetime1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839B09F-ECE7-EEB7-B962-66844EC8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557079-7959-6EFE-0D56-9AC2781F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01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26988-4D77-5F58-447A-C434EC99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CCA606C-2A1D-2841-6C76-09D38C1578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F0280A7-F4F5-1E1B-193C-5333DE89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9742C2-4378-0AA9-7C2D-5F47DF09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CC2C-8EF1-48E0-9F1D-D31B13BA9AFC}" type="datetime1">
              <a:rPr lang="ru-RU" smtClean="0"/>
              <a:t>13.03.2026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2E16C7-D709-0D24-CC31-13172518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6B92D6-DFC8-F887-5969-A7E50272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115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846A0-FB3A-BE74-05CE-FE945A39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0F3133-0054-62AC-0C86-3D7D94734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A1D06-BFEB-C213-80F6-5B763AAC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04ADA-5C49-4457-9C64-C5E995B2258C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8CF4E-F83E-E085-B869-D2BA7BA1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0D2959-0BE3-8205-502E-6B0326B7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4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5793FBD-5427-0386-FE69-EFDE31D57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65D49B1-5394-3A09-5413-5319761A8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782F87-FF73-F636-18F7-E81A53801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E9945-B288-4FDB-8BDE-696B848C8FC9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082C1-6CEE-AAF2-78EF-79B6886DC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8CC4B1-2D76-6C8F-5A97-7C122EC3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68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17D05-3AA9-AC16-7563-FFB400E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2D8271-ED53-3766-4F3F-3E728D596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0BBEB4-08A4-998A-F714-F9E5495CD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893FB-03B3-4BE3-8C90-CAF7A0E00136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EF291C-070A-CD5A-1DBB-A02B59B38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324A5A-5795-1AE3-28B4-13ABFA753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C6E855-2292-473D-99EB-17C69DA767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01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56A632-8E96-40B4-A5AB-CB2007A62F4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865" y="261505"/>
            <a:ext cx="890270" cy="1009015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AB9F5C-DCC2-4358-95FF-30AE9A847E5A}"/>
              </a:ext>
            </a:extLst>
          </p:cNvPr>
          <p:cNvSpPr/>
          <p:nvPr/>
        </p:nvSpPr>
        <p:spPr>
          <a:xfrm rot="10800000" flipV="1">
            <a:off x="1803348" y="1162798"/>
            <a:ext cx="8184714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ctr" eaLnBrk="0" fontAlgn="ctr" hangingPunct="0"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МИНОБРНАУКИ РОССИИ</a:t>
            </a: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spc="-1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spcAft>
                <a:spcPts val="0"/>
              </a:spcAft>
            </a:pPr>
            <a:r>
              <a:rPr lang="ru-RU" sz="1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 eaLnBrk="0" fontAlgn="ctr" hangingPunct="0">
              <a:spcAft>
                <a:spcPts val="0"/>
              </a:spcAft>
            </a:pPr>
            <a:r>
              <a:rPr lang="ru-RU" sz="14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РТУ МИРЭА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Институт информационных технологий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Кафедра квантовых информационных технологий, практической и прикладной информатики (КИТППИ)</a:t>
            </a:r>
            <a:endParaRPr lang="ru-RU" sz="1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6FEABEA5-C03D-403A-8C0B-A5BEB14F4B31}"/>
              </a:ext>
            </a:extLst>
          </p:cNvPr>
          <p:cNvCxnSpPr>
            <a:cxnSpLocks/>
          </p:cNvCxnSpPr>
          <p:nvPr/>
        </p:nvCxnSpPr>
        <p:spPr>
          <a:xfrm>
            <a:off x="2568102" y="3086402"/>
            <a:ext cx="714983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1F08E5D6-DE9B-4CCD-9AAE-7E22242A7F34}"/>
              </a:ext>
            </a:extLst>
          </p:cNvPr>
          <p:cNvCxnSpPr>
            <a:cxnSpLocks/>
          </p:cNvCxnSpPr>
          <p:nvPr/>
        </p:nvCxnSpPr>
        <p:spPr>
          <a:xfrm>
            <a:off x="2568102" y="2324153"/>
            <a:ext cx="704282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D8B79AF-D833-4E25-B745-8B7928E444C4}"/>
              </a:ext>
            </a:extLst>
          </p:cNvPr>
          <p:cNvSpPr/>
          <p:nvPr/>
        </p:nvSpPr>
        <p:spPr>
          <a:xfrm>
            <a:off x="4640957" y="3244334"/>
            <a:ext cx="2910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0165" algn="ctr"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8</a:t>
            </a:r>
            <a:endParaRPr lang="ru-RU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AA717D8-CFAA-4AAC-92B3-2589E63165C7}"/>
              </a:ext>
            </a:extLst>
          </p:cNvPr>
          <p:cNvSpPr/>
          <p:nvPr/>
        </p:nvSpPr>
        <p:spPr>
          <a:xfrm>
            <a:off x="609599" y="3687380"/>
            <a:ext cx="10972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На тему: </a:t>
            </a:r>
            <a:r>
              <a:rPr lang="ru-RU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«Оказание услуг транспортировки логистической компанией по ИНКОТЕРМС»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942F2E6-8354-45B7-A719-95B393BC4A5D}"/>
              </a:ext>
            </a:extLst>
          </p:cNvPr>
          <p:cNvSpPr/>
          <p:nvPr/>
        </p:nvSpPr>
        <p:spPr>
          <a:xfrm>
            <a:off x="9337648" y="5695203"/>
            <a:ext cx="2658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Преподаватель</a:t>
            </a:r>
            <a:r>
              <a:rPr lang="en-US" sz="1400" b="1" strike="noStrike" spc="-1" dirty="0">
                <a:solidFill>
                  <a:srgbClr val="000000"/>
                </a:solidFill>
                <a:latin typeface="Times New Roman"/>
              </a:rPr>
              <a:t>: </a:t>
            </a:r>
            <a:r>
              <a:rPr lang="ru-RU" sz="1400" b="1" strike="noStrike" spc="-1" dirty="0">
                <a:solidFill>
                  <a:srgbClr val="000000"/>
                </a:solidFill>
                <a:latin typeface="Times New Roman"/>
              </a:rPr>
              <a:t>Зубков М.В.</a:t>
            </a:r>
            <a:endParaRPr lang="en-US" sz="1400" b="0" strike="noStrike" spc="-1" dirty="0">
              <a:latin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5A28A-63CA-45C1-B83B-EE5C7D3D8DF0}"/>
              </a:ext>
            </a:extLst>
          </p:cNvPr>
          <p:cNvSpPr txBox="1"/>
          <p:nvPr/>
        </p:nvSpPr>
        <p:spPr>
          <a:xfrm>
            <a:off x="1968433" y="4207738"/>
            <a:ext cx="825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ИКБО-03-25 Фомичев Роман Алексеевич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5C436042-EF8C-4FD9-8B52-6F6FF1D430A8}"/>
              </a:ext>
            </a:extLst>
          </p:cNvPr>
          <p:cNvSpPr/>
          <p:nvPr/>
        </p:nvSpPr>
        <p:spPr>
          <a:xfrm>
            <a:off x="4576680" y="6301800"/>
            <a:ext cx="2517120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ru-RU" sz="1800" b="0" strike="noStrike" spc="-1" dirty="0">
                <a:solidFill>
                  <a:srgbClr val="000000"/>
                </a:solidFill>
                <a:latin typeface="Times New Roman"/>
              </a:rPr>
              <a:t>Москва, 2026</a:t>
            </a:r>
            <a:endParaRPr lang="en-US" sz="18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7764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802D58-B5EB-24D6-C253-2ED71EFD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2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D00C69-4F27-9675-EA04-3CE237CD84E9}"/>
              </a:ext>
            </a:extLst>
          </p:cNvPr>
          <p:cNvSpPr txBox="1"/>
          <p:nvPr/>
        </p:nvSpPr>
        <p:spPr>
          <a:xfrm>
            <a:off x="797668" y="505839"/>
            <a:ext cx="11089532" cy="2795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Цель занятия: формирование умения проводить исследование бизнес-процесса, и применять методологии и нотации моделирования бизнес-процесса.</a:t>
            </a:r>
          </a:p>
          <a:p>
            <a:pPr indent="449580" algn="just">
              <a:lnSpc>
                <a:spcPct val="150000"/>
              </a:lnSpc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Постановка задачи: используя наименование бизнес-процесса, построить графическую модель в методологии BPMN. Для уточнения прикладного процесса использовать доступные ресурсы Интернета.</a:t>
            </a:r>
          </a:p>
        </p:txBody>
      </p:sp>
    </p:spTree>
    <p:extLst>
      <p:ext uri="{BB962C8B-B14F-4D97-AF65-F5344CB8AC3E}">
        <p14:creationId xmlns:p14="http://schemas.microsoft.com/office/powerpoint/2010/main" val="2906288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F21026-97D2-6DB1-EABB-C0B321B4F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3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27E58C6-D799-B3B7-1783-444620502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0" y="554682"/>
            <a:ext cx="11199779" cy="574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56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768E-FF09-3864-7E93-D13B72235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5FFA150-6656-A712-82DA-4FFD28A5E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4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397CED-DC06-1CA0-7A2D-9123CE421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18" y="2383277"/>
            <a:ext cx="8953164" cy="141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28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D4227-D291-7789-B1D0-27180B40A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D4DEF45-C984-234A-1217-C77C4AA9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6E855-2292-473D-99EB-17C69DA7672A}" type="slidenum">
              <a:rPr lang="ru-RU" smtClean="0"/>
              <a:t>5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099B0-0841-A8DD-7A9E-788E01D91818}"/>
              </a:ext>
            </a:extLst>
          </p:cNvPr>
          <p:cNvSpPr txBox="1"/>
          <p:nvPr/>
        </p:nvSpPr>
        <p:spPr>
          <a:xfrm>
            <a:off x="2313156" y="2644170"/>
            <a:ext cx="75656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48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</a:rPr>
              <a:t>Спасибо за внимание</a:t>
            </a:r>
            <a:endParaRPr lang="ru-RU" sz="4800"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33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1717</TotalTime>
  <Words>114</Words>
  <Application>Microsoft Office PowerPoint</Application>
  <PresentationFormat>Широкоэкранный</PresentationFormat>
  <Paragraphs>19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3BE3DA</dc:creator>
  <cp:lastModifiedBy>3BE3DA</cp:lastModifiedBy>
  <cp:revision>97</cp:revision>
  <dcterms:created xsi:type="dcterms:W3CDTF">2025-05-19T05:14:50Z</dcterms:created>
  <dcterms:modified xsi:type="dcterms:W3CDTF">2026-03-13T15:19:21Z</dcterms:modified>
</cp:coreProperties>
</file>