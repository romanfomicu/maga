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360" r:id="rId3"/>
    <p:sldId id="361" r:id="rId4"/>
    <p:sldId id="362" r:id="rId5"/>
    <p:sldId id="363" r:id="rId6"/>
    <p:sldId id="3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35DC24-526C-81F8-9DF8-B4931FBA56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0A610B-7A81-4CE3-8162-236A689A50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74F3D-42E0-4A72-BB15-FEEFA00A8C87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C8B893-20FE-1DC2-8F96-2232DBE847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3A27C2-D6D6-6F76-9FF0-BED1550087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7E86D-A132-4DAF-B3FF-F7AA28123C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5575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57816-A24D-4928-AF2B-A04B375111FB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3245D-039D-4E3B-BE2B-5F0A4ACD7E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050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C36C1-1AD7-8D1F-9B03-52302DB1C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39BD8C-0934-EC8B-6A9F-06FDE5977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21564-BF1E-FC7D-BE53-3714FD25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BE0D-9C57-4A4A-94C6-190D92E06281}" type="datetime1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AD17B4-CE12-8515-519B-E4008F61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D18E9-07A6-4583-4A35-DF29E4DE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1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BB04B-6D01-7EA2-72F1-DD61A92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DDC3E-27C6-BA93-60A3-61CD2940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54F04-3728-E606-8FED-789E948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044A-2533-41FD-8279-E4D173C1F810}" type="datetime1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101A62-942C-3431-D03C-F157F8B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720CC7-B193-3E3D-83BB-C6ED9EF9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07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6D2AB-7132-ED33-0ACD-33A1E197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20E0E5-E9C0-DDD9-7BDF-74C73560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9915F-A3DD-9A69-00A9-5807008B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C53B0-D1DB-4D1F-A664-FEA166BEF522}" type="datetime1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4F1892-E061-C6E2-A319-D8EBBFBB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A92DC-FE14-77D5-39CA-88BBC855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07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2C28C-DE16-62FA-327B-67126467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FE5EA-4F59-9E2B-F690-B7FE7FD34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F252E-CAE0-2848-9989-9C98F0DDD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C828E5-D6C5-29D5-6523-3BD653C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612F-9D4B-466C-834E-7C95B1A5DE4D}" type="datetime1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9C4D04-23F4-BC1C-B6ED-54A322E9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076ED7-DC2F-0E0F-12E7-00F1DA8A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3822B-1EB9-3215-0732-CB3CAC5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C3425C-4D24-BAB7-AB53-3D9A891A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29008F-0C61-BC25-11BD-7314EAD9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4CDB09-6C7D-92EB-87AC-4E64299C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A6203B-AFB0-A852-A84C-8020861D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BBE282-91B0-02AE-F20A-6CC7F5FF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7E8F-95CB-46F2-8677-85001041AD07}" type="datetime1">
              <a:rPr lang="ru-RU" smtClean="0"/>
              <a:t>21.02.2026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A05C2A-72A0-1FCA-E6C9-2CB952F0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70865E-E2C3-DAC0-7A8C-72228928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14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621D1-E920-D0CD-87BE-844FEE5A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59F917-CF64-5A0A-4F31-4B054A11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0D01A-1328-4A18-B583-F796910629F0}" type="datetime1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1EC542-267E-A4C8-F432-DA24A40D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ED4A9A-A575-92E1-5808-2E0007D7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5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C405B6-C6A6-B20E-C370-9D89480F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EF01-3957-49F2-815F-AECFA400DBB2}" type="datetime1">
              <a:rPr lang="ru-RU" smtClean="0"/>
              <a:t>21.02.2026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73FEC4-2D7A-7FAB-DA19-5FB736FC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535002-6C3B-4E65-AFD0-D464CE2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82E0-CD1E-040D-7A8A-ED961B21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B3543-0AFC-C08D-DF96-946E2F37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384543-2E96-47A0-A1B8-08132EE6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FE56B1-B694-CAD3-1A22-AEE2B6A3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F73A-AC30-4448-B85F-CA5236BC677E}" type="datetime1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39B09F-ECE7-EEB7-B962-66844EC8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557079-7959-6EFE-0D56-9AC2781F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1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26988-4D77-5F58-447A-C434EC99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CA606C-2A1D-2841-6C76-09D38C157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0280A7-F4F5-1E1B-193C-5333DE89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742C2-4378-0AA9-7C2D-5F47DF09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CC2C-8EF1-48E0-9F1D-D31B13BA9AFC}" type="datetime1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2E16C7-D709-0D24-CC31-13172518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6B92D6-DFC8-F887-5969-A7E5027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46A0-FB3A-BE74-05CE-FE945A39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0F3133-0054-62AC-0C86-3D7D94734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A1D06-BFEB-C213-80F6-5B763AAC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4ADA-5C49-4457-9C64-C5E995B2258C}" type="datetime1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8CF4E-F83E-E085-B869-D2BA7BA1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D2959-0BE3-8205-502E-6B0326B7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4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793FBD-5427-0386-FE69-EFDE31D57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5D49B1-5394-3A09-5413-5319761A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82F87-FF73-F636-18F7-E81A5380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9945-B288-4FDB-8BDE-696B848C8FC9}" type="datetime1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082C1-6CEE-AAF2-78EF-79B6886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CC4B1-2D76-6C8F-5A97-7C122EC3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68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17D05-3AA9-AC16-7563-FFB400EE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D8271-ED53-3766-4F3F-3E728D59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BBEB4-08A4-998A-F714-F9E5495CD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893FB-03B3-4BE3-8C90-CAF7A0E00136}" type="datetime1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F291C-070A-CD5A-1DBB-A02B59B3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24A5A-5795-1AE3-28B4-13ABFA75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01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1803348" y="1162798"/>
            <a:ext cx="8184714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квантовых информационных технологий, практической и прикладной информатики (КИТППИ)</a:t>
            </a:r>
            <a:endParaRPr lang="ru-RU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>
            <a:cxnSpLocks/>
          </p:cNvCxnSpPr>
          <p:nvPr/>
        </p:nvCxnSpPr>
        <p:spPr>
          <a:xfrm>
            <a:off x="2568102" y="3086402"/>
            <a:ext cx="71498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>
            <a:cxnSpLocks/>
          </p:cNvCxnSpPr>
          <p:nvPr/>
        </p:nvCxnSpPr>
        <p:spPr>
          <a:xfrm>
            <a:off x="2568102" y="2324153"/>
            <a:ext cx="70428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4640957" y="3244334"/>
            <a:ext cx="291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№3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609599" y="368738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«Пошив платья в ателье»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42F2E6-8354-45B7-A719-95B393BC4A5D}"/>
              </a:ext>
            </a:extLst>
          </p:cNvPr>
          <p:cNvSpPr/>
          <p:nvPr/>
        </p:nvSpPr>
        <p:spPr>
          <a:xfrm>
            <a:off x="9337648" y="5695203"/>
            <a:ext cx="26588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Преподаватель</a:t>
            </a: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Зубков М.В.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1968433" y="4207738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ИКБО-03-25 Фомичев Роман Алексеевич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C436042-EF8C-4FD9-8B52-6F6FF1D430A8}"/>
              </a:ext>
            </a:extLst>
          </p:cNvPr>
          <p:cNvSpPr/>
          <p:nvPr/>
        </p:nvSpPr>
        <p:spPr>
          <a:xfrm>
            <a:off x="4576680" y="6301800"/>
            <a:ext cx="25171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Times New Roman"/>
              </a:rPr>
              <a:t>Москва, 2026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802D58-B5EB-24D6-C253-2ED71EFD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00C69-4F27-9675-EA04-3CE237CD84E9}"/>
              </a:ext>
            </a:extLst>
          </p:cNvPr>
          <p:cNvSpPr txBox="1"/>
          <p:nvPr/>
        </p:nvSpPr>
        <p:spPr>
          <a:xfrm>
            <a:off x="797668" y="505839"/>
            <a:ext cx="1108953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Цель занятия: формирование умения применять методологии и нотации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моделирования бизнес-процесса.</a:t>
            </a:r>
          </a:p>
          <a:p>
            <a:pPr indent="449580" algn="just">
              <a:lnSpc>
                <a:spcPct val="150000"/>
              </a:lnSpc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Постановка задачи: используя наименование бизнес-процесса, построить графическую модель в методологии SADT группе технологий IDEF0, которая применяется для отражения различных технологических процессов и процессов обработки данных (документов).</a:t>
            </a:r>
          </a:p>
        </p:txBody>
      </p:sp>
    </p:spTree>
    <p:extLst>
      <p:ext uri="{BB962C8B-B14F-4D97-AF65-F5344CB8AC3E}">
        <p14:creationId xmlns:p14="http://schemas.microsoft.com/office/powerpoint/2010/main" val="290628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F21026-97D2-6DB1-EABB-C0B321B4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A152ED-F861-B995-32DB-BC497D344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980" y="186556"/>
            <a:ext cx="9281910" cy="616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5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3BFE1-E4BF-6453-10D7-B7C215A0A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CFB1CEC-AB88-D7B2-90A3-71F9D4B94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548B1F-0A3D-C4E5-2D87-B6B336996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980" y="186556"/>
            <a:ext cx="9281910" cy="616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16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768E-FF09-3864-7E93-D13B7223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FFA150-6656-A712-82DA-4FFD28A5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FD73DA-CC2F-560B-E0AA-EB9A3F012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980" y="186556"/>
            <a:ext cx="9281910" cy="616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2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4227-D291-7789-B1D0-27180B40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4DEF45-C984-234A-1217-C77C4AA9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099B0-0841-A8DD-7A9E-788E01D91818}"/>
              </a:ext>
            </a:extLst>
          </p:cNvPr>
          <p:cNvSpPr txBox="1"/>
          <p:nvPr/>
        </p:nvSpPr>
        <p:spPr>
          <a:xfrm>
            <a:off x="2313156" y="2644170"/>
            <a:ext cx="75656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Спасибо за внимание</a:t>
            </a:r>
            <a:endParaRPr lang="ru-RU" sz="4800"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3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</TotalTime>
  <Words>115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93</cp:revision>
  <dcterms:created xsi:type="dcterms:W3CDTF">2025-05-19T05:14:50Z</dcterms:created>
  <dcterms:modified xsi:type="dcterms:W3CDTF">2026-02-21T12:42:27Z</dcterms:modified>
</cp:coreProperties>
</file>