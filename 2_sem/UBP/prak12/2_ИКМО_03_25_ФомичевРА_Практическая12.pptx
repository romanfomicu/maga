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65" r:id="rId3"/>
    <p:sldId id="266" r:id="rId4"/>
    <p:sldId id="267" r:id="rId5"/>
    <p:sldId id="268" r:id="rId6"/>
    <p:sldId id="269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CE8AC8-4E85-4F09-86D4-ABD7309AFB3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F4B5E0E-99C8-42BF-B2EA-AC1B08713AA8}">
      <dgm:prSet phldrT="[Текст]"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ru-RU" sz="2600" dirty="0"/>
            <a:t>Регулирует разработку программного обеспечения</a:t>
          </a:r>
        </a:p>
      </dgm:t>
    </dgm:pt>
    <dgm:pt modelId="{E5A37B9E-4EE7-4760-A8D8-FEA9A44997FF}" type="parTrans" cxnId="{49965E20-0112-43B0-8AF9-244D7A83A614}">
      <dgm:prSet/>
      <dgm:spPr/>
      <dgm:t>
        <a:bodyPr/>
        <a:lstStyle/>
        <a:p>
          <a:endParaRPr lang="ru-RU" sz="2600"/>
        </a:p>
      </dgm:t>
    </dgm:pt>
    <dgm:pt modelId="{6E7D32A8-BAD7-4693-A0A0-2DB7EF55F6FD}" type="sibTrans" cxnId="{49965E20-0112-43B0-8AF9-244D7A83A614}">
      <dgm:prSet/>
      <dgm:spPr/>
      <dgm:t>
        <a:bodyPr/>
        <a:lstStyle/>
        <a:p>
          <a:endParaRPr lang="ru-RU" sz="2600"/>
        </a:p>
      </dgm:t>
    </dgm:pt>
    <dgm:pt modelId="{D8A5B57A-371B-49C7-9AA9-4B5EB0C7C143}">
      <dgm:prSet phldrT="[Текст]" custT="1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ru-RU" sz="2600" dirty="0"/>
            <a:t>Регулирует оформление документации</a:t>
          </a:r>
        </a:p>
      </dgm:t>
    </dgm:pt>
    <dgm:pt modelId="{6BFD5CBA-01E4-40CB-822E-F6AF09781214}" type="parTrans" cxnId="{E8158736-67F9-4907-980C-CBA2CB836A36}">
      <dgm:prSet/>
      <dgm:spPr/>
      <dgm:t>
        <a:bodyPr/>
        <a:lstStyle/>
        <a:p>
          <a:endParaRPr lang="ru-RU" sz="2600"/>
        </a:p>
      </dgm:t>
    </dgm:pt>
    <dgm:pt modelId="{29E9887B-F3D1-496F-9EE2-530A77EEF6C2}" type="sibTrans" cxnId="{E8158736-67F9-4907-980C-CBA2CB836A36}">
      <dgm:prSet/>
      <dgm:spPr/>
      <dgm:t>
        <a:bodyPr/>
        <a:lstStyle/>
        <a:p>
          <a:endParaRPr lang="ru-RU" sz="2600"/>
        </a:p>
      </dgm:t>
    </dgm:pt>
    <dgm:pt modelId="{014D73F2-7204-490C-BC96-B6FD0E4B0834}">
      <dgm:prSet phldrT="[Текст]" custT="1"/>
      <dgm:spPr/>
      <dgm:t>
        <a:bodyPr/>
        <a:lstStyle/>
        <a:p>
          <a:pPr>
            <a:buNone/>
          </a:pPr>
          <a:r>
            <a:rPr lang="ru-RU" sz="2600" dirty="0"/>
            <a:t>Регулирует содержание программных документов</a:t>
          </a:r>
        </a:p>
      </dgm:t>
    </dgm:pt>
    <dgm:pt modelId="{C166D747-AC47-4C35-9D6C-E2832F825DA4}" type="parTrans" cxnId="{11BBE8DC-933B-4C45-87A1-E878BB25D24A}">
      <dgm:prSet/>
      <dgm:spPr/>
      <dgm:t>
        <a:bodyPr/>
        <a:lstStyle/>
        <a:p>
          <a:endParaRPr lang="ru-RU" sz="2600"/>
        </a:p>
      </dgm:t>
    </dgm:pt>
    <dgm:pt modelId="{6A5909E3-0732-4491-B2BC-5301F58EF8D3}" type="sibTrans" cxnId="{11BBE8DC-933B-4C45-87A1-E878BB25D24A}">
      <dgm:prSet/>
      <dgm:spPr/>
      <dgm:t>
        <a:bodyPr/>
        <a:lstStyle/>
        <a:p>
          <a:endParaRPr lang="ru-RU" sz="2600"/>
        </a:p>
      </dgm:t>
    </dgm:pt>
    <dgm:pt modelId="{F2062875-7280-4F60-AC9E-8B8E15FDFEE1}" type="pres">
      <dgm:prSet presAssocID="{0CCE8AC8-4E85-4F09-86D4-ABD7309AFB39}" presName="diagram" presStyleCnt="0">
        <dgm:presLayoutVars>
          <dgm:dir/>
          <dgm:resizeHandles val="exact"/>
        </dgm:presLayoutVars>
      </dgm:prSet>
      <dgm:spPr/>
    </dgm:pt>
    <dgm:pt modelId="{F537831B-36CF-4941-AADD-410433115CA0}" type="pres">
      <dgm:prSet presAssocID="{7F4B5E0E-99C8-42BF-B2EA-AC1B08713AA8}" presName="node" presStyleLbl="node1" presStyleIdx="0" presStyleCnt="3">
        <dgm:presLayoutVars>
          <dgm:bulletEnabled val="1"/>
        </dgm:presLayoutVars>
      </dgm:prSet>
      <dgm:spPr/>
    </dgm:pt>
    <dgm:pt modelId="{A729BDB9-796D-45C8-ACA0-6879C4AB8D59}" type="pres">
      <dgm:prSet presAssocID="{6E7D32A8-BAD7-4693-A0A0-2DB7EF55F6FD}" presName="sibTrans" presStyleCnt="0"/>
      <dgm:spPr/>
    </dgm:pt>
    <dgm:pt modelId="{7FAECA5C-0219-4071-9340-C233DBF602EC}" type="pres">
      <dgm:prSet presAssocID="{D8A5B57A-371B-49C7-9AA9-4B5EB0C7C143}" presName="node" presStyleLbl="node1" presStyleIdx="1" presStyleCnt="3">
        <dgm:presLayoutVars>
          <dgm:bulletEnabled val="1"/>
        </dgm:presLayoutVars>
      </dgm:prSet>
      <dgm:spPr/>
    </dgm:pt>
    <dgm:pt modelId="{49C3C07A-FEF1-4B35-A028-50E537EFE5EF}" type="pres">
      <dgm:prSet presAssocID="{29E9887B-F3D1-496F-9EE2-530A77EEF6C2}" presName="sibTrans" presStyleCnt="0"/>
      <dgm:spPr/>
    </dgm:pt>
    <dgm:pt modelId="{43F23FC3-7D6C-421D-919B-211DF1BDDCEA}" type="pres">
      <dgm:prSet presAssocID="{014D73F2-7204-490C-BC96-B6FD0E4B0834}" presName="node" presStyleLbl="node1" presStyleIdx="2" presStyleCnt="3">
        <dgm:presLayoutVars>
          <dgm:bulletEnabled val="1"/>
        </dgm:presLayoutVars>
      </dgm:prSet>
      <dgm:spPr/>
    </dgm:pt>
  </dgm:ptLst>
  <dgm:cxnLst>
    <dgm:cxn modelId="{40431710-3737-4E6C-8002-F24DCCCE988F}" type="presOf" srcId="{D8A5B57A-371B-49C7-9AA9-4B5EB0C7C143}" destId="{7FAECA5C-0219-4071-9340-C233DBF602EC}" srcOrd="0" destOrd="0" presId="urn:microsoft.com/office/officeart/2005/8/layout/default"/>
    <dgm:cxn modelId="{49965E20-0112-43B0-8AF9-244D7A83A614}" srcId="{0CCE8AC8-4E85-4F09-86D4-ABD7309AFB39}" destId="{7F4B5E0E-99C8-42BF-B2EA-AC1B08713AA8}" srcOrd="0" destOrd="0" parTransId="{E5A37B9E-4EE7-4760-A8D8-FEA9A44997FF}" sibTransId="{6E7D32A8-BAD7-4693-A0A0-2DB7EF55F6FD}"/>
    <dgm:cxn modelId="{CD18342B-076B-4287-A3E6-0516E7A1D5CB}" type="presOf" srcId="{014D73F2-7204-490C-BC96-B6FD0E4B0834}" destId="{43F23FC3-7D6C-421D-919B-211DF1BDDCEA}" srcOrd="0" destOrd="0" presId="urn:microsoft.com/office/officeart/2005/8/layout/default"/>
    <dgm:cxn modelId="{E8158736-67F9-4907-980C-CBA2CB836A36}" srcId="{0CCE8AC8-4E85-4F09-86D4-ABD7309AFB39}" destId="{D8A5B57A-371B-49C7-9AA9-4B5EB0C7C143}" srcOrd="1" destOrd="0" parTransId="{6BFD5CBA-01E4-40CB-822E-F6AF09781214}" sibTransId="{29E9887B-F3D1-496F-9EE2-530A77EEF6C2}"/>
    <dgm:cxn modelId="{8D99D73E-916C-4492-BA94-B8CFEBB0DD1D}" type="presOf" srcId="{7F4B5E0E-99C8-42BF-B2EA-AC1B08713AA8}" destId="{F537831B-36CF-4941-AADD-410433115CA0}" srcOrd="0" destOrd="0" presId="urn:microsoft.com/office/officeart/2005/8/layout/default"/>
    <dgm:cxn modelId="{5D8041D6-FF4E-4F4A-96B1-97C404FE2BD9}" type="presOf" srcId="{0CCE8AC8-4E85-4F09-86D4-ABD7309AFB39}" destId="{F2062875-7280-4F60-AC9E-8B8E15FDFEE1}" srcOrd="0" destOrd="0" presId="urn:microsoft.com/office/officeart/2005/8/layout/default"/>
    <dgm:cxn modelId="{11BBE8DC-933B-4C45-87A1-E878BB25D24A}" srcId="{0CCE8AC8-4E85-4F09-86D4-ABD7309AFB39}" destId="{014D73F2-7204-490C-BC96-B6FD0E4B0834}" srcOrd="2" destOrd="0" parTransId="{C166D747-AC47-4C35-9D6C-E2832F825DA4}" sibTransId="{6A5909E3-0732-4491-B2BC-5301F58EF8D3}"/>
    <dgm:cxn modelId="{35387FB0-BB6A-4965-9428-4F28128B8D03}" type="presParOf" srcId="{F2062875-7280-4F60-AC9E-8B8E15FDFEE1}" destId="{F537831B-36CF-4941-AADD-410433115CA0}" srcOrd="0" destOrd="0" presId="urn:microsoft.com/office/officeart/2005/8/layout/default"/>
    <dgm:cxn modelId="{23A05069-65B3-4229-86A3-5116CACE74BA}" type="presParOf" srcId="{F2062875-7280-4F60-AC9E-8B8E15FDFEE1}" destId="{A729BDB9-796D-45C8-ACA0-6879C4AB8D59}" srcOrd="1" destOrd="0" presId="urn:microsoft.com/office/officeart/2005/8/layout/default"/>
    <dgm:cxn modelId="{876C85FB-FE6F-4694-BB32-2059037ECB01}" type="presParOf" srcId="{F2062875-7280-4F60-AC9E-8B8E15FDFEE1}" destId="{7FAECA5C-0219-4071-9340-C233DBF602EC}" srcOrd="2" destOrd="0" presId="urn:microsoft.com/office/officeart/2005/8/layout/default"/>
    <dgm:cxn modelId="{70C9EDA3-A89E-4B58-B7A8-D9C53EE4A3D1}" type="presParOf" srcId="{F2062875-7280-4F60-AC9E-8B8E15FDFEE1}" destId="{49C3C07A-FEF1-4B35-A028-50E537EFE5EF}" srcOrd="3" destOrd="0" presId="urn:microsoft.com/office/officeart/2005/8/layout/default"/>
    <dgm:cxn modelId="{F846FEF1-64EC-4629-A686-96098D0FD0EB}" type="presParOf" srcId="{F2062875-7280-4F60-AC9E-8B8E15FDFEE1}" destId="{43F23FC3-7D6C-421D-919B-211DF1BDDCE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A1BCA-1D4C-4212-9579-1F324230323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663577D-42E1-4A2C-8F51-9BD8BA37D2DC}">
      <dgm:prSet phldrT="[Текст]" phldr="0"/>
      <dgm:spPr/>
      <dgm:t>
        <a:bodyPr/>
        <a:lstStyle/>
        <a:p>
          <a:r>
            <a:rPr lang="ru-RU"/>
            <a:t>Программы</a:t>
          </a:r>
        </a:p>
      </dgm:t>
    </dgm:pt>
    <dgm:pt modelId="{04CBDE34-8362-4EF1-9616-D7B24AF88953}" type="parTrans" cxnId="{5F3EBBFD-5E65-4011-9ED8-A5ECB98C6267}">
      <dgm:prSet/>
      <dgm:spPr/>
      <dgm:t>
        <a:bodyPr/>
        <a:lstStyle/>
        <a:p>
          <a:endParaRPr lang="ru-RU"/>
        </a:p>
      </dgm:t>
    </dgm:pt>
    <dgm:pt modelId="{5D5DAE41-D4D3-4636-9E5B-220483AD3588}" type="sibTrans" cxnId="{5F3EBBFD-5E65-4011-9ED8-A5ECB98C6267}">
      <dgm:prSet/>
      <dgm:spPr/>
      <dgm:t>
        <a:bodyPr/>
        <a:lstStyle/>
        <a:p>
          <a:endParaRPr lang="ru-RU"/>
        </a:p>
      </dgm:t>
    </dgm:pt>
    <dgm:pt modelId="{BC81B499-2638-430C-B1F8-1A8BBA3F22D3}">
      <dgm:prSet phldrT="[Текст]"/>
      <dgm:spPr/>
      <dgm:t>
        <a:bodyPr/>
        <a:lstStyle/>
        <a:p>
          <a:pPr>
            <a:buNone/>
          </a:pPr>
          <a:r>
            <a:rPr lang="ru-RU" dirty="0"/>
            <a:t>Системные </a:t>
          </a:r>
        </a:p>
      </dgm:t>
    </dgm:pt>
    <dgm:pt modelId="{9399580B-C8AA-4445-AA72-F47AE87C5290}" type="parTrans" cxnId="{957EDA91-C1B9-4839-9E9D-3F4EA801AD01}">
      <dgm:prSet/>
      <dgm:spPr/>
      <dgm:t>
        <a:bodyPr/>
        <a:lstStyle/>
        <a:p>
          <a:endParaRPr lang="ru-RU"/>
        </a:p>
      </dgm:t>
    </dgm:pt>
    <dgm:pt modelId="{B33A2F54-9454-4DF1-B12C-8E46DF1D1106}" type="sibTrans" cxnId="{957EDA91-C1B9-4839-9E9D-3F4EA801AD01}">
      <dgm:prSet/>
      <dgm:spPr/>
      <dgm:t>
        <a:bodyPr/>
        <a:lstStyle/>
        <a:p>
          <a:endParaRPr lang="ru-RU"/>
        </a:p>
      </dgm:t>
    </dgm:pt>
    <dgm:pt modelId="{7B501962-905E-4CF3-81B5-2C8DB0A2E42F}">
      <dgm:prSet phldrT="[Текст]"/>
      <dgm:spPr/>
      <dgm:t>
        <a:bodyPr/>
        <a:lstStyle/>
        <a:p>
          <a:pPr>
            <a:buNone/>
          </a:pPr>
          <a:r>
            <a:rPr lang="ru-RU" dirty="0"/>
            <a:t>Прикладные </a:t>
          </a:r>
        </a:p>
      </dgm:t>
    </dgm:pt>
    <dgm:pt modelId="{8A7BC4B2-D2FC-4675-95FD-A0BF222EE2EC}" type="parTrans" cxnId="{2E520B7F-6E72-4097-A05D-BB67143820EC}">
      <dgm:prSet/>
      <dgm:spPr/>
      <dgm:t>
        <a:bodyPr/>
        <a:lstStyle/>
        <a:p>
          <a:endParaRPr lang="ru-RU"/>
        </a:p>
      </dgm:t>
    </dgm:pt>
    <dgm:pt modelId="{7CEB44AF-E20A-48EC-969A-1A8C7E4C4CCB}" type="sibTrans" cxnId="{2E520B7F-6E72-4097-A05D-BB67143820EC}">
      <dgm:prSet/>
      <dgm:spPr/>
      <dgm:t>
        <a:bodyPr/>
        <a:lstStyle/>
        <a:p>
          <a:endParaRPr lang="ru-RU"/>
        </a:p>
      </dgm:t>
    </dgm:pt>
    <dgm:pt modelId="{E27C399D-59D9-405E-8012-89FB2BF96859}">
      <dgm:prSet phldrT="[Текст]"/>
      <dgm:spPr/>
      <dgm:t>
        <a:bodyPr/>
        <a:lstStyle/>
        <a:p>
          <a:pPr>
            <a:buNone/>
          </a:pPr>
          <a:r>
            <a:rPr lang="ru-RU" dirty="0"/>
            <a:t>Инструментальные </a:t>
          </a:r>
        </a:p>
      </dgm:t>
    </dgm:pt>
    <dgm:pt modelId="{48091E46-6348-4564-AB5B-9CC77CE544A7}" type="parTrans" cxnId="{B4F567AE-60B6-40FF-B3D2-9CCEF4C47DD0}">
      <dgm:prSet/>
      <dgm:spPr/>
      <dgm:t>
        <a:bodyPr/>
        <a:lstStyle/>
        <a:p>
          <a:endParaRPr lang="ru-RU"/>
        </a:p>
      </dgm:t>
    </dgm:pt>
    <dgm:pt modelId="{EC942B20-6575-402C-AFC7-48F70FFF4949}" type="sibTrans" cxnId="{B4F567AE-60B6-40FF-B3D2-9CCEF4C47DD0}">
      <dgm:prSet/>
      <dgm:spPr/>
      <dgm:t>
        <a:bodyPr/>
        <a:lstStyle/>
        <a:p>
          <a:endParaRPr lang="ru-RU"/>
        </a:p>
      </dgm:t>
    </dgm:pt>
    <dgm:pt modelId="{3B96600C-5C93-4DDF-928F-FBF7564FC832}" type="pres">
      <dgm:prSet presAssocID="{376A1BCA-1D4C-4212-9579-1F324230323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853ABAE-2CDB-41AE-A6C5-45542D4498DC}" type="pres">
      <dgm:prSet presAssocID="{2663577D-42E1-4A2C-8F51-9BD8BA37D2DC}" presName="hierRoot1" presStyleCnt="0">
        <dgm:presLayoutVars>
          <dgm:hierBranch val="init"/>
        </dgm:presLayoutVars>
      </dgm:prSet>
      <dgm:spPr/>
    </dgm:pt>
    <dgm:pt modelId="{C5D9D1BC-95D0-431F-BE02-1792FC35FD47}" type="pres">
      <dgm:prSet presAssocID="{2663577D-42E1-4A2C-8F51-9BD8BA37D2DC}" presName="rootComposite1" presStyleCnt="0"/>
      <dgm:spPr/>
    </dgm:pt>
    <dgm:pt modelId="{C5A0E28C-FF5F-4BDF-9AEF-3AB7095E7FE7}" type="pres">
      <dgm:prSet presAssocID="{2663577D-42E1-4A2C-8F51-9BD8BA37D2DC}" presName="rootText1" presStyleLbl="node0" presStyleIdx="0" presStyleCnt="1">
        <dgm:presLayoutVars>
          <dgm:chPref val="3"/>
        </dgm:presLayoutVars>
      </dgm:prSet>
      <dgm:spPr/>
    </dgm:pt>
    <dgm:pt modelId="{F8B16AF0-AFB0-4FA2-9D3F-08E755198874}" type="pres">
      <dgm:prSet presAssocID="{2663577D-42E1-4A2C-8F51-9BD8BA37D2DC}" presName="rootConnector1" presStyleLbl="node1" presStyleIdx="0" presStyleCnt="0"/>
      <dgm:spPr/>
    </dgm:pt>
    <dgm:pt modelId="{A25F23B4-A44D-459B-8AFF-CCCF27F383AF}" type="pres">
      <dgm:prSet presAssocID="{2663577D-42E1-4A2C-8F51-9BD8BA37D2DC}" presName="hierChild2" presStyleCnt="0"/>
      <dgm:spPr/>
    </dgm:pt>
    <dgm:pt modelId="{45A1EDB9-CE60-4BCB-92B3-04B64DFBCA11}" type="pres">
      <dgm:prSet presAssocID="{9399580B-C8AA-4445-AA72-F47AE87C5290}" presName="Name37" presStyleLbl="parChTrans1D2" presStyleIdx="0" presStyleCnt="3"/>
      <dgm:spPr/>
    </dgm:pt>
    <dgm:pt modelId="{F4B017F1-A777-45CC-AB7E-A37A74D3FE85}" type="pres">
      <dgm:prSet presAssocID="{BC81B499-2638-430C-B1F8-1A8BBA3F22D3}" presName="hierRoot2" presStyleCnt="0">
        <dgm:presLayoutVars>
          <dgm:hierBranch val="init"/>
        </dgm:presLayoutVars>
      </dgm:prSet>
      <dgm:spPr/>
    </dgm:pt>
    <dgm:pt modelId="{4107471C-DDD5-47C2-8238-A0ADC1759302}" type="pres">
      <dgm:prSet presAssocID="{BC81B499-2638-430C-B1F8-1A8BBA3F22D3}" presName="rootComposite" presStyleCnt="0"/>
      <dgm:spPr/>
    </dgm:pt>
    <dgm:pt modelId="{D7293FDF-0937-49BF-ACD5-1DA693183E04}" type="pres">
      <dgm:prSet presAssocID="{BC81B499-2638-430C-B1F8-1A8BBA3F22D3}" presName="rootText" presStyleLbl="node2" presStyleIdx="0" presStyleCnt="3">
        <dgm:presLayoutVars>
          <dgm:chPref val="3"/>
        </dgm:presLayoutVars>
      </dgm:prSet>
      <dgm:spPr/>
    </dgm:pt>
    <dgm:pt modelId="{2786230C-5604-42DD-AADA-25D5E6A4026A}" type="pres">
      <dgm:prSet presAssocID="{BC81B499-2638-430C-B1F8-1A8BBA3F22D3}" presName="rootConnector" presStyleLbl="node2" presStyleIdx="0" presStyleCnt="3"/>
      <dgm:spPr/>
    </dgm:pt>
    <dgm:pt modelId="{31FB7F78-0CDE-4551-9CE3-EE6EBAF6D03C}" type="pres">
      <dgm:prSet presAssocID="{BC81B499-2638-430C-B1F8-1A8BBA3F22D3}" presName="hierChild4" presStyleCnt="0"/>
      <dgm:spPr/>
    </dgm:pt>
    <dgm:pt modelId="{B909C197-6C22-4D8F-B3AD-E9CE8226CC1C}" type="pres">
      <dgm:prSet presAssocID="{BC81B499-2638-430C-B1F8-1A8BBA3F22D3}" presName="hierChild5" presStyleCnt="0"/>
      <dgm:spPr/>
    </dgm:pt>
    <dgm:pt modelId="{742E7156-2A41-4C1D-8FD3-673CFCE59A75}" type="pres">
      <dgm:prSet presAssocID="{8A7BC4B2-D2FC-4675-95FD-A0BF222EE2EC}" presName="Name37" presStyleLbl="parChTrans1D2" presStyleIdx="1" presStyleCnt="3"/>
      <dgm:spPr/>
    </dgm:pt>
    <dgm:pt modelId="{89804929-F08F-4BF4-95B1-1168680CB0AD}" type="pres">
      <dgm:prSet presAssocID="{7B501962-905E-4CF3-81B5-2C8DB0A2E42F}" presName="hierRoot2" presStyleCnt="0">
        <dgm:presLayoutVars>
          <dgm:hierBranch val="init"/>
        </dgm:presLayoutVars>
      </dgm:prSet>
      <dgm:spPr/>
    </dgm:pt>
    <dgm:pt modelId="{47ED9D22-87CC-4CC4-A500-E64DE5A032A0}" type="pres">
      <dgm:prSet presAssocID="{7B501962-905E-4CF3-81B5-2C8DB0A2E42F}" presName="rootComposite" presStyleCnt="0"/>
      <dgm:spPr/>
    </dgm:pt>
    <dgm:pt modelId="{07ADFD87-073B-46D6-B1A8-201CA84E38BE}" type="pres">
      <dgm:prSet presAssocID="{7B501962-905E-4CF3-81B5-2C8DB0A2E42F}" presName="rootText" presStyleLbl="node2" presStyleIdx="1" presStyleCnt="3">
        <dgm:presLayoutVars>
          <dgm:chPref val="3"/>
        </dgm:presLayoutVars>
      </dgm:prSet>
      <dgm:spPr/>
    </dgm:pt>
    <dgm:pt modelId="{F8008D0C-98D3-4042-8264-42394593B7A0}" type="pres">
      <dgm:prSet presAssocID="{7B501962-905E-4CF3-81B5-2C8DB0A2E42F}" presName="rootConnector" presStyleLbl="node2" presStyleIdx="1" presStyleCnt="3"/>
      <dgm:spPr/>
    </dgm:pt>
    <dgm:pt modelId="{6B6CAA8A-29D3-4A0B-AD78-5C82FD02BC15}" type="pres">
      <dgm:prSet presAssocID="{7B501962-905E-4CF3-81B5-2C8DB0A2E42F}" presName="hierChild4" presStyleCnt="0"/>
      <dgm:spPr/>
    </dgm:pt>
    <dgm:pt modelId="{73C8DF77-6B5E-4315-8D2C-542BFAE63C29}" type="pres">
      <dgm:prSet presAssocID="{7B501962-905E-4CF3-81B5-2C8DB0A2E42F}" presName="hierChild5" presStyleCnt="0"/>
      <dgm:spPr/>
    </dgm:pt>
    <dgm:pt modelId="{51A3E7AC-8507-46EC-9DA7-9B442597F1A5}" type="pres">
      <dgm:prSet presAssocID="{48091E46-6348-4564-AB5B-9CC77CE544A7}" presName="Name37" presStyleLbl="parChTrans1D2" presStyleIdx="2" presStyleCnt="3"/>
      <dgm:spPr/>
    </dgm:pt>
    <dgm:pt modelId="{CECCD3E1-3902-4395-8A2F-B28ED944E6EE}" type="pres">
      <dgm:prSet presAssocID="{E27C399D-59D9-405E-8012-89FB2BF96859}" presName="hierRoot2" presStyleCnt="0">
        <dgm:presLayoutVars>
          <dgm:hierBranch val="init"/>
        </dgm:presLayoutVars>
      </dgm:prSet>
      <dgm:spPr/>
    </dgm:pt>
    <dgm:pt modelId="{DABE4CD0-83D7-4D12-B80B-51F773D1F05A}" type="pres">
      <dgm:prSet presAssocID="{E27C399D-59D9-405E-8012-89FB2BF96859}" presName="rootComposite" presStyleCnt="0"/>
      <dgm:spPr/>
    </dgm:pt>
    <dgm:pt modelId="{8813D7BD-678C-4048-AF4C-E3ABA96164E2}" type="pres">
      <dgm:prSet presAssocID="{E27C399D-59D9-405E-8012-89FB2BF96859}" presName="rootText" presStyleLbl="node2" presStyleIdx="2" presStyleCnt="3">
        <dgm:presLayoutVars>
          <dgm:chPref val="3"/>
        </dgm:presLayoutVars>
      </dgm:prSet>
      <dgm:spPr/>
    </dgm:pt>
    <dgm:pt modelId="{09BD13EF-CC23-4CDD-A198-866FEC25F9EC}" type="pres">
      <dgm:prSet presAssocID="{E27C399D-59D9-405E-8012-89FB2BF96859}" presName="rootConnector" presStyleLbl="node2" presStyleIdx="2" presStyleCnt="3"/>
      <dgm:spPr/>
    </dgm:pt>
    <dgm:pt modelId="{502C0A11-D423-41E6-BC3D-1BAEC7AA867C}" type="pres">
      <dgm:prSet presAssocID="{E27C399D-59D9-405E-8012-89FB2BF96859}" presName="hierChild4" presStyleCnt="0"/>
      <dgm:spPr/>
    </dgm:pt>
    <dgm:pt modelId="{D400026A-F686-46B5-9AFE-E6D2E4668769}" type="pres">
      <dgm:prSet presAssocID="{E27C399D-59D9-405E-8012-89FB2BF96859}" presName="hierChild5" presStyleCnt="0"/>
      <dgm:spPr/>
    </dgm:pt>
    <dgm:pt modelId="{32593B95-E165-45AA-9EDA-3321F821E461}" type="pres">
      <dgm:prSet presAssocID="{2663577D-42E1-4A2C-8F51-9BD8BA37D2DC}" presName="hierChild3" presStyleCnt="0"/>
      <dgm:spPr/>
    </dgm:pt>
  </dgm:ptLst>
  <dgm:cxnLst>
    <dgm:cxn modelId="{DC34E406-4019-4C1D-A5AD-CB74F4C5F494}" type="presOf" srcId="{BC81B499-2638-430C-B1F8-1A8BBA3F22D3}" destId="{D7293FDF-0937-49BF-ACD5-1DA693183E04}" srcOrd="0" destOrd="0" presId="urn:microsoft.com/office/officeart/2005/8/layout/orgChart1"/>
    <dgm:cxn modelId="{1300680F-7A56-4642-9146-EB70901E2083}" type="presOf" srcId="{7B501962-905E-4CF3-81B5-2C8DB0A2E42F}" destId="{07ADFD87-073B-46D6-B1A8-201CA84E38BE}" srcOrd="0" destOrd="0" presId="urn:microsoft.com/office/officeart/2005/8/layout/orgChart1"/>
    <dgm:cxn modelId="{C9E3646A-32AF-4ACA-8064-034586E43D95}" type="presOf" srcId="{9399580B-C8AA-4445-AA72-F47AE87C5290}" destId="{45A1EDB9-CE60-4BCB-92B3-04B64DFBCA11}" srcOrd="0" destOrd="0" presId="urn:microsoft.com/office/officeart/2005/8/layout/orgChart1"/>
    <dgm:cxn modelId="{FFA14072-AEAF-4F70-A94B-4CEF4DAD75D7}" type="presOf" srcId="{8A7BC4B2-D2FC-4675-95FD-A0BF222EE2EC}" destId="{742E7156-2A41-4C1D-8FD3-673CFCE59A75}" srcOrd="0" destOrd="0" presId="urn:microsoft.com/office/officeart/2005/8/layout/orgChart1"/>
    <dgm:cxn modelId="{2E520B7F-6E72-4097-A05D-BB67143820EC}" srcId="{2663577D-42E1-4A2C-8F51-9BD8BA37D2DC}" destId="{7B501962-905E-4CF3-81B5-2C8DB0A2E42F}" srcOrd="1" destOrd="0" parTransId="{8A7BC4B2-D2FC-4675-95FD-A0BF222EE2EC}" sibTransId="{7CEB44AF-E20A-48EC-969A-1A8C7E4C4CCB}"/>
    <dgm:cxn modelId="{CB8E747F-9617-41DD-97EF-8828ABA9DECF}" type="presOf" srcId="{7B501962-905E-4CF3-81B5-2C8DB0A2E42F}" destId="{F8008D0C-98D3-4042-8264-42394593B7A0}" srcOrd="1" destOrd="0" presId="urn:microsoft.com/office/officeart/2005/8/layout/orgChart1"/>
    <dgm:cxn modelId="{957EDA91-C1B9-4839-9E9D-3F4EA801AD01}" srcId="{2663577D-42E1-4A2C-8F51-9BD8BA37D2DC}" destId="{BC81B499-2638-430C-B1F8-1A8BBA3F22D3}" srcOrd="0" destOrd="0" parTransId="{9399580B-C8AA-4445-AA72-F47AE87C5290}" sibTransId="{B33A2F54-9454-4DF1-B12C-8E46DF1D1106}"/>
    <dgm:cxn modelId="{C0690497-BDBB-4DE2-BA17-253765779C66}" type="presOf" srcId="{2663577D-42E1-4A2C-8F51-9BD8BA37D2DC}" destId="{F8B16AF0-AFB0-4FA2-9D3F-08E755198874}" srcOrd="1" destOrd="0" presId="urn:microsoft.com/office/officeart/2005/8/layout/orgChart1"/>
    <dgm:cxn modelId="{10590298-757B-4EEB-A25B-2AEF430035F2}" type="presOf" srcId="{2663577D-42E1-4A2C-8F51-9BD8BA37D2DC}" destId="{C5A0E28C-FF5F-4BDF-9AEF-3AB7095E7FE7}" srcOrd="0" destOrd="0" presId="urn:microsoft.com/office/officeart/2005/8/layout/orgChart1"/>
    <dgm:cxn modelId="{B4F567AE-60B6-40FF-B3D2-9CCEF4C47DD0}" srcId="{2663577D-42E1-4A2C-8F51-9BD8BA37D2DC}" destId="{E27C399D-59D9-405E-8012-89FB2BF96859}" srcOrd="2" destOrd="0" parTransId="{48091E46-6348-4564-AB5B-9CC77CE544A7}" sibTransId="{EC942B20-6575-402C-AFC7-48F70FFF4949}"/>
    <dgm:cxn modelId="{332293B7-8392-4961-A4C1-E71D9DCFBC70}" type="presOf" srcId="{E27C399D-59D9-405E-8012-89FB2BF96859}" destId="{8813D7BD-678C-4048-AF4C-E3ABA96164E2}" srcOrd="0" destOrd="0" presId="urn:microsoft.com/office/officeart/2005/8/layout/orgChart1"/>
    <dgm:cxn modelId="{11FAC4B7-F65B-4CDD-B13B-BD55E1E1C1AE}" type="presOf" srcId="{48091E46-6348-4564-AB5B-9CC77CE544A7}" destId="{51A3E7AC-8507-46EC-9DA7-9B442597F1A5}" srcOrd="0" destOrd="0" presId="urn:microsoft.com/office/officeart/2005/8/layout/orgChart1"/>
    <dgm:cxn modelId="{B3631EB9-980F-4FF4-BB3F-DE33C6C6142D}" type="presOf" srcId="{E27C399D-59D9-405E-8012-89FB2BF96859}" destId="{09BD13EF-CC23-4CDD-A198-866FEC25F9EC}" srcOrd="1" destOrd="0" presId="urn:microsoft.com/office/officeart/2005/8/layout/orgChart1"/>
    <dgm:cxn modelId="{D3A663E3-80DE-43D6-B0DD-DBC577353660}" type="presOf" srcId="{BC81B499-2638-430C-B1F8-1A8BBA3F22D3}" destId="{2786230C-5604-42DD-AADA-25D5E6A4026A}" srcOrd="1" destOrd="0" presId="urn:microsoft.com/office/officeart/2005/8/layout/orgChart1"/>
    <dgm:cxn modelId="{72945DF6-6C3B-47CB-BBFB-2D94CB249C9A}" type="presOf" srcId="{376A1BCA-1D4C-4212-9579-1F324230323C}" destId="{3B96600C-5C93-4DDF-928F-FBF7564FC832}" srcOrd="0" destOrd="0" presId="urn:microsoft.com/office/officeart/2005/8/layout/orgChart1"/>
    <dgm:cxn modelId="{5F3EBBFD-5E65-4011-9ED8-A5ECB98C6267}" srcId="{376A1BCA-1D4C-4212-9579-1F324230323C}" destId="{2663577D-42E1-4A2C-8F51-9BD8BA37D2DC}" srcOrd="0" destOrd="0" parTransId="{04CBDE34-8362-4EF1-9616-D7B24AF88953}" sibTransId="{5D5DAE41-D4D3-4636-9E5B-220483AD3588}"/>
    <dgm:cxn modelId="{CCF10AAC-30B2-493E-8BF7-770A0958BC12}" type="presParOf" srcId="{3B96600C-5C93-4DDF-928F-FBF7564FC832}" destId="{0853ABAE-2CDB-41AE-A6C5-45542D4498DC}" srcOrd="0" destOrd="0" presId="urn:microsoft.com/office/officeart/2005/8/layout/orgChart1"/>
    <dgm:cxn modelId="{0031C8F1-AAF2-4CA3-A0EB-D049AB3F70AA}" type="presParOf" srcId="{0853ABAE-2CDB-41AE-A6C5-45542D4498DC}" destId="{C5D9D1BC-95D0-431F-BE02-1792FC35FD47}" srcOrd="0" destOrd="0" presId="urn:microsoft.com/office/officeart/2005/8/layout/orgChart1"/>
    <dgm:cxn modelId="{35911EB8-869F-49EC-A63D-0C90F8F1478C}" type="presParOf" srcId="{C5D9D1BC-95D0-431F-BE02-1792FC35FD47}" destId="{C5A0E28C-FF5F-4BDF-9AEF-3AB7095E7FE7}" srcOrd="0" destOrd="0" presId="urn:microsoft.com/office/officeart/2005/8/layout/orgChart1"/>
    <dgm:cxn modelId="{DBF1A829-62E8-4A03-BA8C-EC7E18BFB1BA}" type="presParOf" srcId="{C5D9D1BC-95D0-431F-BE02-1792FC35FD47}" destId="{F8B16AF0-AFB0-4FA2-9D3F-08E755198874}" srcOrd="1" destOrd="0" presId="urn:microsoft.com/office/officeart/2005/8/layout/orgChart1"/>
    <dgm:cxn modelId="{80E45D00-558D-4923-ACC6-F6EAEE0B7448}" type="presParOf" srcId="{0853ABAE-2CDB-41AE-A6C5-45542D4498DC}" destId="{A25F23B4-A44D-459B-8AFF-CCCF27F383AF}" srcOrd="1" destOrd="0" presId="urn:microsoft.com/office/officeart/2005/8/layout/orgChart1"/>
    <dgm:cxn modelId="{C99770CD-EBA8-4703-9866-E54D43908541}" type="presParOf" srcId="{A25F23B4-A44D-459B-8AFF-CCCF27F383AF}" destId="{45A1EDB9-CE60-4BCB-92B3-04B64DFBCA11}" srcOrd="0" destOrd="0" presId="urn:microsoft.com/office/officeart/2005/8/layout/orgChart1"/>
    <dgm:cxn modelId="{18990D2B-649B-4296-8941-7FE678E14886}" type="presParOf" srcId="{A25F23B4-A44D-459B-8AFF-CCCF27F383AF}" destId="{F4B017F1-A777-45CC-AB7E-A37A74D3FE85}" srcOrd="1" destOrd="0" presId="urn:microsoft.com/office/officeart/2005/8/layout/orgChart1"/>
    <dgm:cxn modelId="{79634273-B448-4F28-92EF-9E78CE8AC910}" type="presParOf" srcId="{F4B017F1-A777-45CC-AB7E-A37A74D3FE85}" destId="{4107471C-DDD5-47C2-8238-A0ADC1759302}" srcOrd="0" destOrd="0" presId="urn:microsoft.com/office/officeart/2005/8/layout/orgChart1"/>
    <dgm:cxn modelId="{562CEC88-24D2-44AE-BC85-B567286B31FD}" type="presParOf" srcId="{4107471C-DDD5-47C2-8238-A0ADC1759302}" destId="{D7293FDF-0937-49BF-ACD5-1DA693183E04}" srcOrd="0" destOrd="0" presId="urn:microsoft.com/office/officeart/2005/8/layout/orgChart1"/>
    <dgm:cxn modelId="{57D2DCA3-2251-4F57-A07C-F5902DEAAA63}" type="presParOf" srcId="{4107471C-DDD5-47C2-8238-A0ADC1759302}" destId="{2786230C-5604-42DD-AADA-25D5E6A4026A}" srcOrd="1" destOrd="0" presId="urn:microsoft.com/office/officeart/2005/8/layout/orgChart1"/>
    <dgm:cxn modelId="{3A3876C3-901E-4014-AD56-7576A83A906B}" type="presParOf" srcId="{F4B017F1-A777-45CC-AB7E-A37A74D3FE85}" destId="{31FB7F78-0CDE-4551-9CE3-EE6EBAF6D03C}" srcOrd="1" destOrd="0" presId="urn:microsoft.com/office/officeart/2005/8/layout/orgChart1"/>
    <dgm:cxn modelId="{39983321-C77B-4175-A03F-0A07F8B5B2C5}" type="presParOf" srcId="{F4B017F1-A777-45CC-AB7E-A37A74D3FE85}" destId="{B909C197-6C22-4D8F-B3AD-E9CE8226CC1C}" srcOrd="2" destOrd="0" presId="urn:microsoft.com/office/officeart/2005/8/layout/orgChart1"/>
    <dgm:cxn modelId="{A7FB82E1-3E63-44A0-BE9F-4FC1B9724B3F}" type="presParOf" srcId="{A25F23B4-A44D-459B-8AFF-CCCF27F383AF}" destId="{742E7156-2A41-4C1D-8FD3-673CFCE59A75}" srcOrd="2" destOrd="0" presId="urn:microsoft.com/office/officeart/2005/8/layout/orgChart1"/>
    <dgm:cxn modelId="{D706C67D-E54E-41FF-AAF2-5DB74288E342}" type="presParOf" srcId="{A25F23B4-A44D-459B-8AFF-CCCF27F383AF}" destId="{89804929-F08F-4BF4-95B1-1168680CB0AD}" srcOrd="3" destOrd="0" presId="urn:microsoft.com/office/officeart/2005/8/layout/orgChart1"/>
    <dgm:cxn modelId="{2C6168D3-F9D2-4F75-8392-3B12FD24119A}" type="presParOf" srcId="{89804929-F08F-4BF4-95B1-1168680CB0AD}" destId="{47ED9D22-87CC-4CC4-A500-E64DE5A032A0}" srcOrd="0" destOrd="0" presId="urn:microsoft.com/office/officeart/2005/8/layout/orgChart1"/>
    <dgm:cxn modelId="{5021A7FC-2A49-49B4-B409-1B0EDDAC860A}" type="presParOf" srcId="{47ED9D22-87CC-4CC4-A500-E64DE5A032A0}" destId="{07ADFD87-073B-46D6-B1A8-201CA84E38BE}" srcOrd="0" destOrd="0" presId="urn:microsoft.com/office/officeart/2005/8/layout/orgChart1"/>
    <dgm:cxn modelId="{5CB1FB5D-D9A7-430B-891A-750E7BB42EBE}" type="presParOf" srcId="{47ED9D22-87CC-4CC4-A500-E64DE5A032A0}" destId="{F8008D0C-98D3-4042-8264-42394593B7A0}" srcOrd="1" destOrd="0" presId="urn:microsoft.com/office/officeart/2005/8/layout/orgChart1"/>
    <dgm:cxn modelId="{1C981F45-FD7B-442B-9716-8B23C86F9B91}" type="presParOf" srcId="{89804929-F08F-4BF4-95B1-1168680CB0AD}" destId="{6B6CAA8A-29D3-4A0B-AD78-5C82FD02BC15}" srcOrd="1" destOrd="0" presId="urn:microsoft.com/office/officeart/2005/8/layout/orgChart1"/>
    <dgm:cxn modelId="{68CF5449-D666-4BC1-BBE1-F9A506037B80}" type="presParOf" srcId="{89804929-F08F-4BF4-95B1-1168680CB0AD}" destId="{73C8DF77-6B5E-4315-8D2C-542BFAE63C29}" srcOrd="2" destOrd="0" presId="urn:microsoft.com/office/officeart/2005/8/layout/orgChart1"/>
    <dgm:cxn modelId="{4E1B9DEB-A7CA-454B-A19C-524F8AA4B097}" type="presParOf" srcId="{A25F23B4-A44D-459B-8AFF-CCCF27F383AF}" destId="{51A3E7AC-8507-46EC-9DA7-9B442597F1A5}" srcOrd="4" destOrd="0" presId="urn:microsoft.com/office/officeart/2005/8/layout/orgChart1"/>
    <dgm:cxn modelId="{A4708FAE-4B91-47D9-A1F1-1AEDDF9AB6C5}" type="presParOf" srcId="{A25F23B4-A44D-459B-8AFF-CCCF27F383AF}" destId="{CECCD3E1-3902-4395-8A2F-B28ED944E6EE}" srcOrd="5" destOrd="0" presId="urn:microsoft.com/office/officeart/2005/8/layout/orgChart1"/>
    <dgm:cxn modelId="{890FC47B-5BF2-489A-B560-1574669AD390}" type="presParOf" srcId="{CECCD3E1-3902-4395-8A2F-B28ED944E6EE}" destId="{DABE4CD0-83D7-4D12-B80B-51F773D1F05A}" srcOrd="0" destOrd="0" presId="urn:microsoft.com/office/officeart/2005/8/layout/orgChart1"/>
    <dgm:cxn modelId="{B6C3A451-9235-48D9-BB2B-841DC5165523}" type="presParOf" srcId="{DABE4CD0-83D7-4D12-B80B-51F773D1F05A}" destId="{8813D7BD-678C-4048-AF4C-E3ABA96164E2}" srcOrd="0" destOrd="0" presId="urn:microsoft.com/office/officeart/2005/8/layout/orgChart1"/>
    <dgm:cxn modelId="{5C4EDA06-314A-4B2E-A8CA-ABB8D5ED3071}" type="presParOf" srcId="{DABE4CD0-83D7-4D12-B80B-51F773D1F05A}" destId="{09BD13EF-CC23-4CDD-A198-866FEC25F9EC}" srcOrd="1" destOrd="0" presId="urn:microsoft.com/office/officeart/2005/8/layout/orgChart1"/>
    <dgm:cxn modelId="{18D087A9-EA80-468D-A425-68CA867E2F9B}" type="presParOf" srcId="{CECCD3E1-3902-4395-8A2F-B28ED944E6EE}" destId="{502C0A11-D423-41E6-BC3D-1BAEC7AA867C}" srcOrd="1" destOrd="0" presId="urn:microsoft.com/office/officeart/2005/8/layout/orgChart1"/>
    <dgm:cxn modelId="{36C0E294-FB24-48DF-BF22-A05724FBF0C7}" type="presParOf" srcId="{CECCD3E1-3902-4395-8A2F-B28ED944E6EE}" destId="{D400026A-F686-46B5-9AFE-E6D2E4668769}" srcOrd="2" destOrd="0" presId="urn:microsoft.com/office/officeart/2005/8/layout/orgChart1"/>
    <dgm:cxn modelId="{5FC37049-D1D4-4507-8DCD-8AD033DA2555}" type="presParOf" srcId="{0853ABAE-2CDB-41AE-A6C5-45542D4498DC}" destId="{32593B95-E165-45AA-9EDA-3321F821E46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6A1BCA-1D4C-4212-9579-1F324230323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663577D-42E1-4A2C-8F51-9BD8BA37D2DC}">
      <dgm:prSet phldrT="[Текст]" phldr="0"/>
      <dgm:spPr/>
      <dgm:t>
        <a:bodyPr/>
        <a:lstStyle/>
        <a:p>
          <a:r>
            <a:rPr lang="ru-RU" dirty="0"/>
            <a:t>Документы</a:t>
          </a:r>
        </a:p>
      </dgm:t>
    </dgm:pt>
    <dgm:pt modelId="{04CBDE34-8362-4EF1-9616-D7B24AF88953}" type="parTrans" cxnId="{5F3EBBFD-5E65-4011-9ED8-A5ECB98C6267}">
      <dgm:prSet/>
      <dgm:spPr/>
      <dgm:t>
        <a:bodyPr/>
        <a:lstStyle/>
        <a:p>
          <a:endParaRPr lang="ru-RU"/>
        </a:p>
      </dgm:t>
    </dgm:pt>
    <dgm:pt modelId="{5D5DAE41-D4D3-4636-9E5B-220483AD3588}" type="sibTrans" cxnId="{5F3EBBFD-5E65-4011-9ED8-A5ECB98C6267}">
      <dgm:prSet/>
      <dgm:spPr/>
      <dgm:t>
        <a:bodyPr/>
        <a:lstStyle/>
        <a:p>
          <a:endParaRPr lang="ru-RU"/>
        </a:p>
      </dgm:t>
    </dgm:pt>
    <dgm:pt modelId="{BC81B499-2638-430C-B1F8-1A8BBA3F22D3}">
      <dgm:prSet phldrT="[Текст]"/>
      <dgm:spPr/>
      <dgm:t>
        <a:bodyPr/>
        <a:lstStyle/>
        <a:p>
          <a:pPr>
            <a:buNone/>
          </a:pPr>
          <a:r>
            <a:rPr lang="ru-RU" dirty="0"/>
            <a:t>ТЗ</a:t>
          </a:r>
        </a:p>
      </dgm:t>
    </dgm:pt>
    <dgm:pt modelId="{9399580B-C8AA-4445-AA72-F47AE87C5290}" type="parTrans" cxnId="{957EDA91-C1B9-4839-9E9D-3F4EA801AD01}">
      <dgm:prSet/>
      <dgm:spPr/>
      <dgm:t>
        <a:bodyPr/>
        <a:lstStyle/>
        <a:p>
          <a:endParaRPr lang="ru-RU"/>
        </a:p>
      </dgm:t>
    </dgm:pt>
    <dgm:pt modelId="{B33A2F54-9454-4DF1-B12C-8E46DF1D1106}" type="sibTrans" cxnId="{957EDA91-C1B9-4839-9E9D-3F4EA801AD01}">
      <dgm:prSet/>
      <dgm:spPr/>
      <dgm:t>
        <a:bodyPr/>
        <a:lstStyle/>
        <a:p>
          <a:endParaRPr lang="ru-RU"/>
        </a:p>
      </dgm:t>
    </dgm:pt>
    <dgm:pt modelId="{7B501962-905E-4CF3-81B5-2C8DB0A2E42F}">
      <dgm:prSet phldrT="[Текст]"/>
      <dgm:spPr/>
      <dgm:t>
        <a:bodyPr/>
        <a:lstStyle/>
        <a:p>
          <a:pPr>
            <a:buNone/>
          </a:pPr>
          <a:r>
            <a:rPr lang="ru-RU" dirty="0"/>
            <a:t>Пояснительная записка</a:t>
          </a:r>
        </a:p>
      </dgm:t>
    </dgm:pt>
    <dgm:pt modelId="{8A7BC4B2-D2FC-4675-95FD-A0BF222EE2EC}" type="parTrans" cxnId="{2E520B7F-6E72-4097-A05D-BB67143820EC}">
      <dgm:prSet/>
      <dgm:spPr/>
      <dgm:t>
        <a:bodyPr/>
        <a:lstStyle/>
        <a:p>
          <a:endParaRPr lang="ru-RU"/>
        </a:p>
      </dgm:t>
    </dgm:pt>
    <dgm:pt modelId="{7CEB44AF-E20A-48EC-969A-1A8C7E4C4CCB}" type="sibTrans" cxnId="{2E520B7F-6E72-4097-A05D-BB67143820EC}">
      <dgm:prSet/>
      <dgm:spPr/>
      <dgm:t>
        <a:bodyPr/>
        <a:lstStyle/>
        <a:p>
          <a:endParaRPr lang="ru-RU"/>
        </a:p>
      </dgm:t>
    </dgm:pt>
    <dgm:pt modelId="{E27C399D-59D9-405E-8012-89FB2BF96859}">
      <dgm:prSet phldrT="[Текст]"/>
      <dgm:spPr/>
      <dgm:t>
        <a:bodyPr/>
        <a:lstStyle/>
        <a:p>
          <a:pPr>
            <a:buNone/>
          </a:pPr>
          <a:r>
            <a:rPr lang="ru-RU" dirty="0"/>
            <a:t>Руководство оператора</a:t>
          </a:r>
        </a:p>
      </dgm:t>
    </dgm:pt>
    <dgm:pt modelId="{48091E46-6348-4564-AB5B-9CC77CE544A7}" type="parTrans" cxnId="{B4F567AE-60B6-40FF-B3D2-9CCEF4C47DD0}">
      <dgm:prSet/>
      <dgm:spPr/>
      <dgm:t>
        <a:bodyPr/>
        <a:lstStyle/>
        <a:p>
          <a:endParaRPr lang="ru-RU"/>
        </a:p>
      </dgm:t>
    </dgm:pt>
    <dgm:pt modelId="{EC942B20-6575-402C-AFC7-48F70FFF4949}" type="sibTrans" cxnId="{B4F567AE-60B6-40FF-B3D2-9CCEF4C47DD0}">
      <dgm:prSet/>
      <dgm:spPr/>
      <dgm:t>
        <a:bodyPr/>
        <a:lstStyle/>
        <a:p>
          <a:endParaRPr lang="ru-RU"/>
        </a:p>
      </dgm:t>
    </dgm:pt>
    <dgm:pt modelId="{1040EC0C-B4B6-4C6F-8AF2-CB9F9AD39907}">
      <dgm:prSet phldrT="[Текст]"/>
      <dgm:spPr/>
      <dgm:t>
        <a:bodyPr/>
        <a:lstStyle/>
        <a:p>
          <a:pPr>
            <a:buNone/>
          </a:pPr>
          <a:r>
            <a:rPr lang="ru-RU"/>
            <a:t>Руководство программиста</a:t>
          </a:r>
          <a:endParaRPr lang="ru-RU" dirty="0"/>
        </a:p>
      </dgm:t>
    </dgm:pt>
    <dgm:pt modelId="{43649410-D695-4C38-B58B-7AC8FDCAF8F5}" type="parTrans" cxnId="{F3EF396C-17C0-4267-9C99-CDB41B3C0CAD}">
      <dgm:prSet/>
      <dgm:spPr/>
      <dgm:t>
        <a:bodyPr/>
        <a:lstStyle/>
        <a:p>
          <a:endParaRPr lang="ru-RU"/>
        </a:p>
      </dgm:t>
    </dgm:pt>
    <dgm:pt modelId="{7BD320E7-D26C-4158-BB43-B8CCC5910D20}" type="sibTrans" cxnId="{F3EF396C-17C0-4267-9C99-CDB41B3C0CAD}">
      <dgm:prSet/>
      <dgm:spPr/>
      <dgm:t>
        <a:bodyPr/>
        <a:lstStyle/>
        <a:p>
          <a:endParaRPr lang="ru-RU"/>
        </a:p>
      </dgm:t>
    </dgm:pt>
    <dgm:pt modelId="{B4A0EA7C-F447-4DDC-BFA4-F1B7CB9C8428}">
      <dgm:prSet phldrT="[Текст]"/>
      <dgm:spPr/>
      <dgm:t>
        <a:bodyPr/>
        <a:lstStyle/>
        <a:p>
          <a:pPr>
            <a:buNone/>
          </a:pPr>
          <a:r>
            <a:rPr lang="ru-RU" dirty="0"/>
            <a:t>…</a:t>
          </a:r>
        </a:p>
      </dgm:t>
    </dgm:pt>
    <dgm:pt modelId="{CDD4CB5D-685D-489F-B64C-FFC188C6B6E0}" type="parTrans" cxnId="{EDBD55DA-5DD5-48BE-95C2-01F90CC1EBEE}">
      <dgm:prSet/>
      <dgm:spPr/>
      <dgm:t>
        <a:bodyPr/>
        <a:lstStyle/>
        <a:p>
          <a:endParaRPr lang="ru-RU"/>
        </a:p>
      </dgm:t>
    </dgm:pt>
    <dgm:pt modelId="{C6439E4E-0536-4F18-BFD5-29438FECA3C7}" type="sibTrans" cxnId="{EDBD55DA-5DD5-48BE-95C2-01F90CC1EBEE}">
      <dgm:prSet/>
      <dgm:spPr/>
      <dgm:t>
        <a:bodyPr/>
        <a:lstStyle/>
        <a:p>
          <a:endParaRPr lang="ru-RU"/>
        </a:p>
      </dgm:t>
    </dgm:pt>
    <dgm:pt modelId="{3B96600C-5C93-4DDF-928F-FBF7564FC832}" type="pres">
      <dgm:prSet presAssocID="{376A1BCA-1D4C-4212-9579-1F324230323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853ABAE-2CDB-41AE-A6C5-45542D4498DC}" type="pres">
      <dgm:prSet presAssocID="{2663577D-42E1-4A2C-8F51-9BD8BA37D2DC}" presName="hierRoot1" presStyleCnt="0">
        <dgm:presLayoutVars>
          <dgm:hierBranch val="init"/>
        </dgm:presLayoutVars>
      </dgm:prSet>
      <dgm:spPr/>
    </dgm:pt>
    <dgm:pt modelId="{C5D9D1BC-95D0-431F-BE02-1792FC35FD47}" type="pres">
      <dgm:prSet presAssocID="{2663577D-42E1-4A2C-8F51-9BD8BA37D2DC}" presName="rootComposite1" presStyleCnt="0"/>
      <dgm:spPr/>
    </dgm:pt>
    <dgm:pt modelId="{C5A0E28C-FF5F-4BDF-9AEF-3AB7095E7FE7}" type="pres">
      <dgm:prSet presAssocID="{2663577D-42E1-4A2C-8F51-9BD8BA37D2DC}" presName="rootText1" presStyleLbl="node0" presStyleIdx="0" presStyleCnt="1">
        <dgm:presLayoutVars>
          <dgm:chPref val="3"/>
        </dgm:presLayoutVars>
      </dgm:prSet>
      <dgm:spPr/>
    </dgm:pt>
    <dgm:pt modelId="{F8B16AF0-AFB0-4FA2-9D3F-08E755198874}" type="pres">
      <dgm:prSet presAssocID="{2663577D-42E1-4A2C-8F51-9BD8BA37D2DC}" presName="rootConnector1" presStyleLbl="node1" presStyleIdx="0" presStyleCnt="0"/>
      <dgm:spPr/>
    </dgm:pt>
    <dgm:pt modelId="{A25F23B4-A44D-459B-8AFF-CCCF27F383AF}" type="pres">
      <dgm:prSet presAssocID="{2663577D-42E1-4A2C-8F51-9BD8BA37D2DC}" presName="hierChild2" presStyleCnt="0"/>
      <dgm:spPr/>
    </dgm:pt>
    <dgm:pt modelId="{45A1EDB9-CE60-4BCB-92B3-04B64DFBCA11}" type="pres">
      <dgm:prSet presAssocID="{9399580B-C8AA-4445-AA72-F47AE87C5290}" presName="Name37" presStyleLbl="parChTrans1D2" presStyleIdx="0" presStyleCnt="5"/>
      <dgm:spPr/>
    </dgm:pt>
    <dgm:pt modelId="{F4B017F1-A777-45CC-AB7E-A37A74D3FE85}" type="pres">
      <dgm:prSet presAssocID="{BC81B499-2638-430C-B1F8-1A8BBA3F22D3}" presName="hierRoot2" presStyleCnt="0">
        <dgm:presLayoutVars>
          <dgm:hierBranch val="init"/>
        </dgm:presLayoutVars>
      </dgm:prSet>
      <dgm:spPr/>
    </dgm:pt>
    <dgm:pt modelId="{4107471C-DDD5-47C2-8238-A0ADC1759302}" type="pres">
      <dgm:prSet presAssocID="{BC81B499-2638-430C-B1F8-1A8BBA3F22D3}" presName="rootComposite" presStyleCnt="0"/>
      <dgm:spPr/>
    </dgm:pt>
    <dgm:pt modelId="{D7293FDF-0937-49BF-ACD5-1DA693183E04}" type="pres">
      <dgm:prSet presAssocID="{BC81B499-2638-430C-B1F8-1A8BBA3F22D3}" presName="rootText" presStyleLbl="node2" presStyleIdx="0" presStyleCnt="5">
        <dgm:presLayoutVars>
          <dgm:chPref val="3"/>
        </dgm:presLayoutVars>
      </dgm:prSet>
      <dgm:spPr/>
    </dgm:pt>
    <dgm:pt modelId="{2786230C-5604-42DD-AADA-25D5E6A4026A}" type="pres">
      <dgm:prSet presAssocID="{BC81B499-2638-430C-B1F8-1A8BBA3F22D3}" presName="rootConnector" presStyleLbl="node2" presStyleIdx="0" presStyleCnt="5"/>
      <dgm:spPr/>
    </dgm:pt>
    <dgm:pt modelId="{31FB7F78-0CDE-4551-9CE3-EE6EBAF6D03C}" type="pres">
      <dgm:prSet presAssocID="{BC81B499-2638-430C-B1F8-1A8BBA3F22D3}" presName="hierChild4" presStyleCnt="0"/>
      <dgm:spPr/>
    </dgm:pt>
    <dgm:pt modelId="{B909C197-6C22-4D8F-B3AD-E9CE8226CC1C}" type="pres">
      <dgm:prSet presAssocID="{BC81B499-2638-430C-B1F8-1A8BBA3F22D3}" presName="hierChild5" presStyleCnt="0"/>
      <dgm:spPr/>
    </dgm:pt>
    <dgm:pt modelId="{742E7156-2A41-4C1D-8FD3-673CFCE59A75}" type="pres">
      <dgm:prSet presAssocID="{8A7BC4B2-D2FC-4675-95FD-A0BF222EE2EC}" presName="Name37" presStyleLbl="parChTrans1D2" presStyleIdx="1" presStyleCnt="5"/>
      <dgm:spPr/>
    </dgm:pt>
    <dgm:pt modelId="{89804929-F08F-4BF4-95B1-1168680CB0AD}" type="pres">
      <dgm:prSet presAssocID="{7B501962-905E-4CF3-81B5-2C8DB0A2E42F}" presName="hierRoot2" presStyleCnt="0">
        <dgm:presLayoutVars>
          <dgm:hierBranch val="init"/>
        </dgm:presLayoutVars>
      </dgm:prSet>
      <dgm:spPr/>
    </dgm:pt>
    <dgm:pt modelId="{47ED9D22-87CC-4CC4-A500-E64DE5A032A0}" type="pres">
      <dgm:prSet presAssocID="{7B501962-905E-4CF3-81B5-2C8DB0A2E42F}" presName="rootComposite" presStyleCnt="0"/>
      <dgm:spPr/>
    </dgm:pt>
    <dgm:pt modelId="{07ADFD87-073B-46D6-B1A8-201CA84E38BE}" type="pres">
      <dgm:prSet presAssocID="{7B501962-905E-4CF3-81B5-2C8DB0A2E42F}" presName="rootText" presStyleLbl="node2" presStyleIdx="1" presStyleCnt="5">
        <dgm:presLayoutVars>
          <dgm:chPref val="3"/>
        </dgm:presLayoutVars>
      </dgm:prSet>
      <dgm:spPr/>
    </dgm:pt>
    <dgm:pt modelId="{F8008D0C-98D3-4042-8264-42394593B7A0}" type="pres">
      <dgm:prSet presAssocID="{7B501962-905E-4CF3-81B5-2C8DB0A2E42F}" presName="rootConnector" presStyleLbl="node2" presStyleIdx="1" presStyleCnt="5"/>
      <dgm:spPr/>
    </dgm:pt>
    <dgm:pt modelId="{6B6CAA8A-29D3-4A0B-AD78-5C82FD02BC15}" type="pres">
      <dgm:prSet presAssocID="{7B501962-905E-4CF3-81B5-2C8DB0A2E42F}" presName="hierChild4" presStyleCnt="0"/>
      <dgm:spPr/>
    </dgm:pt>
    <dgm:pt modelId="{73C8DF77-6B5E-4315-8D2C-542BFAE63C29}" type="pres">
      <dgm:prSet presAssocID="{7B501962-905E-4CF3-81B5-2C8DB0A2E42F}" presName="hierChild5" presStyleCnt="0"/>
      <dgm:spPr/>
    </dgm:pt>
    <dgm:pt modelId="{51A3E7AC-8507-46EC-9DA7-9B442597F1A5}" type="pres">
      <dgm:prSet presAssocID="{48091E46-6348-4564-AB5B-9CC77CE544A7}" presName="Name37" presStyleLbl="parChTrans1D2" presStyleIdx="2" presStyleCnt="5"/>
      <dgm:spPr/>
    </dgm:pt>
    <dgm:pt modelId="{CECCD3E1-3902-4395-8A2F-B28ED944E6EE}" type="pres">
      <dgm:prSet presAssocID="{E27C399D-59D9-405E-8012-89FB2BF96859}" presName="hierRoot2" presStyleCnt="0">
        <dgm:presLayoutVars>
          <dgm:hierBranch val="init"/>
        </dgm:presLayoutVars>
      </dgm:prSet>
      <dgm:spPr/>
    </dgm:pt>
    <dgm:pt modelId="{DABE4CD0-83D7-4D12-B80B-51F773D1F05A}" type="pres">
      <dgm:prSet presAssocID="{E27C399D-59D9-405E-8012-89FB2BF96859}" presName="rootComposite" presStyleCnt="0"/>
      <dgm:spPr/>
    </dgm:pt>
    <dgm:pt modelId="{8813D7BD-678C-4048-AF4C-E3ABA96164E2}" type="pres">
      <dgm:prSet presAssocID="{E27C399D-59D9-405E-8012-89FB2BF96859}" presName="rootText" presStyleLbl="node2" presStyleIdx="2" presStyleCnt="5">
        <dgm:presLayoutVars>
          <dgm:chPref val="3"/>
        </dgm:presLayoutVars>
      </dgm:prSet>
      <dgm:spPr/>
    </dgm:pt>
    <dgm:pt modelId="{09BD13EF-CC23-4CDD-A198-866FEC25F9EC}" type="pres">
      <dgm:prSet presAssocID="{E27C399D-59D9-405E-8012-89FB2BF96859}" presName="rootConnector" presStyleLbl="node2" presStyleIdx="2" presStyleCnt="5"/>
      <dgm:spPr/>
    </dgm:pt>
    <dgm:pt modelId="{502C0A11-D423-41E6-BC3D-1BAEC7AA867C}" type="pres">
      <dgm:prSet presAssocID="{E27C399D-59D9-405E-8012-89FB2BF96859}" presName="hierChild4" presStyleCnt="0"/>
      <dgm:spPr/>
    </dgm:pt>
    <dgm:pt modelId="{D400026A-F686-46B5-9AFE-E6D2E4668769}" type="pres">
      <dgm:prSet presAssocID="{E27C399D-59D9-405E-8012-89FB2BF96859}" presName="hierChild5" presStyleCnt="0"/>
      <dgm:spPr/>
    </dgm:pt>
    <dgm:pt modelId="{2467A58B-7071-464D-8F06-419EEF1C87F1}" type="pres">
      <dgm:prSet presAssocID="{43649410-D695-4C38-B58B-7AC8FDCAF8F5}" presName="Name37" presStyleLbl="parChTrans1D2" presStyleIdx="3" presStyleCnt="5"/>
      <dgm:spPr/>
    </dgm:pt>
    <dgm:pt modelId="{B013F5FD-7FE8-4821-8758-FB3C2D95EA98}" type="pres">
      <dgm:prSet presAssocID="{1040EC0C-B4B6-4C6F-8AF2-CB9F9AD39907}" presName="hierRoot2" presStyleCnt="0">
        <dgm:presLayoutVars>
          <dgm:hierBranch val="init"/>
        </dgm:presLayoutVars>
      </dgm:prSet>
      <dgm:spPr/>
    </dgm:pt>
    <dgm:pt modelId="{051264ED-2748-4FFD-89AF-287ECDB6C376}" type="pres">
      <dgm:prSet presAssocID="{1040EC0C-B4B6-4C6F-8AF2-CB9F9AD39907}" presName="rootComposite" presStyleCnt="0"/>
      <dgm:spPr/>
    </dgm:pt>
    <dgm:pt modelId="{D81C386F-AD72-4475-9CA4-6C2A94871F42}" type="pres">
      <dgm:prSet presAssocID="{1040EC0C-B4B6-4C6F-8AF2-CB9F9AD39907}" presName="rootText" presStyleLbl="node2" presStyleIdx="3" presStyleCnt="5">
        <dgm:presLayoutVars>
          <dgm:chPref val="3"/>
        </dgm:presLayoutVars>
      </dgm:prSet>
      <dgm:spPr/>
    </dgm:pt>
    <dgm:pt modelId="{8CEEC443-E10A-4632-957C-6311AA77A0BA}" type="pres">
      <dgm:prSet presAssocID="{1040EC0C-B4B6-4C6F-8AF2-CB9F9AD39907}" presName="rootConnector" presStyleLbl="node2" presStyleIdx="3" presStyleCnt="5"/>
      <dgm:spPr/>
    </dgm:pt>
    <dgm:pt modelId="{ECD30C49-61DE-4164-94A4-DEB761947E31}" type="pres">
      <dgm:prSet presAssocID="{1040EC0C-B4B6-4C6F-8AF2-CB9F9AD39907}" presName="hierChild4" presStyleCnt="0"/>
      <dgm:spPr/>
    </dgm:pt>
    <dgm:pt modelId="{3117158E-C122-479A-89AE-6B9C28BFACF2}" type="pres">
      <dgm:prSet presAssocID="{1040EC0C-B4B6-4C6F-8AF2-CB9F9AD39907}" presName="hierChild5" presStyleCnt="0"/>
      <dgm:spPr/>
    </dgm:pt>
    <dgm:pt modelId="{D3CF1555-ECF2-404E-B5E4-837B12D690FA}" type="pres">
      <dgm:prSet presAssocID="{CDD4CB5D-685D-489F-B64C-FFC188C6B6E0}" presName="Name37" presStyleLbl="parChTrans1D2" presStyleIdx="4" presStyleCnt="5"/>
      <dgm:spPr/>
    </dgm:pt>
    <dgm:pt modelId="{073F6A59-89BD-4992-A80F-32A839871057}" type="pres">
      <dgm:prSet presAssocID="{B4A0EA7C-F447-4DDC-BFA4-F1B7CB9C8428}" presName="hierRoot2" presStyleCnt="0">
        <dgm:presLayoutVars>
          <dgm:hierBranch val="init"/>
        </dgm:presLayoutVars>
      </dgm:prSet>
      <dgm:spPr/>
    </dgm:pt>
    <dgm:pt modelId="{36B580DA-A5F3-4391-94FD-451697807424}" type="pres">
      <dgm:prSet presAssocID="{B4A0EA7C-F447-4DDC-BFA4-F1B7CB9C8428}" presName="rootComposite" presStyleCnt="0"/>
      <dgm:spPr/>
    </dgm:pt>
    <dgm:pt modelId="{53CDE04F-C875-4E3D-9452-2199C9057809}" type="pres">
      <dgm:prSet presAssocID="{B4A0EA7C-F447-4DDC-BFA4-F1B7CB9C8428}" presName="rootText" presStyleLbl="node2" presStyleIdx="4" presStyleCnt="5">
        <dgm:presLayoutVars>
          <dgm:chPref val="3"/>
        </dgm:presLayoutVars>
      </dgm:prSet>
      <dgm:spPr/>
    </dgm:pt>
    <dgm:pt modelId="{6560A12D-9755-42D1-BBF2-0343EA87331A}" type="pres">
      <dgm:prSet presAssocID="{B4A0EA7C-F447-4DDC-BFA4-F1B7CB9C8428}" presName="rootConnector" presStyleLbl="node2" presStyleIdx="4" presStyleCnt="5"/>
      <dgm:spPr/>
    </dgm:pt>
    <dgm:pt modelId="{21770B68-DB69-414B-B29E-BA922570167B}" type="pres">
      <dgm:prSet presAssocID="{B4A0EA7C-F447-4DDC-BFA4-F1B7CB9C8428}" presName="hierChild4" presStyleCnt="0"/>
      <dgm:spPr/>
    </dgm:pt>
    <dgm:pt modelId="{6B036BBE-2FB4-4877-96AA-5D446923562F}" type="pres">
      <dgm:prSet presAssocID="{B4A0EA7C-F447-4DDC-BFA4-F1B7CB9C8428}" presName="hierChild5" presStyleCnt="0"/>
      <dgm:spPr/>
    </dgm:pt>
    <dgm:pt modelId="{32593B95-E165-45AA-9EDA-3321F821E461}" type="pres">
      <dgm:prSet presAssocID="{2663577D-42E1-4A2C-8F51-9BD8BA37D2DC}" presName="hierChild3" presStyleCnt="0"/>
      <dgm:spPr/>
    </dgm:pt>
  </dgm:ptLst>
  <dgm:cxnLst>
    <dgm:cxn modelId="{C746DC06-41A8-4543-8EE8-68C5B471B68D}" type="presOf" srcId="{2663577D-42E1-4A2C-8F51-9BD8BA37D2DC}" destId="{C5A0E28C-FF5F-4BDF-9AEF-3AB7095E7FE7}" srcOrd="0" destOrd="0" presId="urn:microsoft.com/office/officeart/2005/8/layout/orgChart1"/>
    <dgm:cxn modelId="{B0D07A0A-E410-4045-A2CF-27106EBA723E}" type="presOf" srcId="{E27C399D-59D9-405E-8012-89FB2BF96859}" destId="{8813D7BD-678C-4048-AF4C-E3ABA96164E2}" srcOrd="0" destOrd="0" presId="urn:microsoft.com/office/officeart/2005/8/layout/orgChart1"/>
    <dgm:cxn modelId="{1054D434-F8F1-4054-8DAB-E5BAB3BD673B}" type="presOf" srcId="{BC81B499-2638-430C-B1F8-1A8BBA3F22D3}" destId="{2786230C-5604-42DD-AADA-25D5E6A4026A}" srcOrd="1" destOrd="0" presId="urn:microsoft.com/office/officeart/2005/8/layout/orgChart1"/>
    <dgm:cxn modelId="{484EE43E-5F9D-41D3-829D-B48D5781B345}" type="presOf" srcId="{B4A0EA7C-F447-4DDC-BFA4-F1B7CB9C8428}" destId="{6560A12D-9755-42D1-BBF2-0343EA87331A}" srcOrd="1" destOrd="0" presId="urn:microsoft.com/office/officeart/2005/8/layout/orgChart1"/>
    <dgm:cxn modelId="{173A1F4C-D262-4606-A607-7AF450DB0360}" type="presOf" srcId="{1040EC0C-B4B6-4C6F-8AF2-CB9F9AD39907}" destId="{8CEEC443-E10A-4632-957C-6311AA77A0BA}" srcOrd="1" destOrd="0" presId="urn:microsoft.com/office/officeart/2005/8/layout/orgChart1"/>
    <dgm:cxn modelId="{F3EF396C-17C0-4267-9C99-CDB41B3C0CAD}" srcId="{2663577D-42E1-4A2C-8F51-9BD8BA37D2DC}" destId="{1040EC0C-B4B6-4C6F-8AF2-CB9F9AD39907}" srcOrd="3" destOrd="0" parTransId="{43649410-D695-4C38-B58B-7AC8FDCAF8F5}" sibTransId="{7BD320E7-D26C-4158-BB43-B8CCC5910D20}"/>
    <dgm:cxn modelId="{3C118275-C0E4-4953-96E5-24D1F482BD66}" type="presOf" srcId="{BC81B499-2638-430C-B1F8-1A8BBA3F22D3}" destId="{D7293FDF-0937-49BF-ACD5-1DA693183E04}" srcOrd="0" destOrd="0" presId="urn:microsoft.com/office/officeart/2005/8/layout/orgChart1"/>
    <dgm:cxn modelId="{2E520B7F-6E72-4097-A05D-BB67143820EC}" srcId="{2663577D-42E1-4A2C-8F51-9BD8BA37D2DC}" destId="{7B501962-905E-4CF3-81B5-2C8DB0A2E42F}" srcOrd="1" destOrd="0" parTransId="{8A7BC4B2-D2FC-4675-95FD-A0BF222EE2EC}" sibTransId="{7CEB44AF-E20A-48EC-969A-1A8C7E4C4CCB}"/>
    <dgm:cxn modelId="{C222B583-C291-43EA-82C6-F179D1057D0A}" type="presOf" srcId="{B4A0EA7C-F447-4DDC-BFA4-F1B7CB9C8428}" destId="{53CDE04F-C875-4E3D-9452-2199C9057809}" srcOrd="0" destOrd="0" presId="urn:microsoft.com/office/officeart/2005/8/layout/orgChart1"/>
    <dgm:cxn modelId="{F4A20C86-6831-4487-8778-718D80192689}" type="presOf" srcId="{9399580B-C8AA-4445-AA72-F47AE87C5290}" destId="{45A1EDB9-CE60-4BCB-92B3-04B64DFBCA11}" srcOrd="0" destOrd="0" presId="urn:microsoft.com/office/officeart/2005/8/layout/orgChart1"/>
    <dgm:cxn modelId="{957EDA91-C1B9-4839-9E9D-3F4EA801AD01}" srcId="{2663577D-42E1-4A2C-8F51-9BD8BA37D2DC}" destId="{BC81B499-2638-430C-B1F8-1A8BBA3F22D3}" srcOrd="0" destOrd="0" parTransId="{9399580B-C8AA-4445-AA72-F47AE87C5290}" sibTransId="{B33A2F54-9454-4DF1-B12C-8E46DF1D1106}"/>
    <dgm:cxn modelId="{8C187D98-39CF-4FB5-91B2-D246E0E9CABB}" type="presOf" srcId="{7B501962-905E-4CF3-81B5-2C8DB0A2E42F}" destId="{F8008D0C-98D3-4042-8264-42394593B7A0}" srcOrd="1" destOrd="0" presId="urn:microsoft.com/office/officeart/2005/8/layout/orgChart1"/>
    <dgm:cxn modelId="{34ABCAA5-F738-41C7-A3FB-E0577F8F6E15}" type="presOf" srcId="{2663577D-42E1-4A2C-8F51-9BD8BA37D2DC}" destId="{F8B16AF0-AFB0-4FA2-9D3F-08E755198874}" srcOrd="1" destOrd="0" presId="urn:microsoft.com/office/officeart/2005/8/layout/orgChart1"/>
    <dgm:cxn modelId="{9E4FEEA9-3ACB-4A33-AFF9-6A3947FF57B6}" type="presOf" srcId="{E27C399D-59D9-405E-8012-89FB2BF96859}" destId="{09BD13EF-CC23-4CDD-A198-866FEC25F9EC}" srcOrd="1" destOrd="0" presId="urn:microsoft.com/office/officeart/2005/8/layout/orgChart1"/>
    <dgm:cxn modelId="{46FD05AE-A180-4ACD-8666-A8DDCD1BB11F}" type="presOf" srcId="{8A7BC4B2-D2FC-4675-95FD-A0BF222EE2EC}" destId="{742E7156-2A41-4C1D-8FD3-673CFCE59A75}" srcOrd="0" destOrd="0" presId="urn:microsoft.com/office/officeart/2005/8/layout/orgChart1"/>
    <dgm:cxn modelId="{6C3A39AE-613D-4ECC-9EA1-2B25406D667B}" type="presOf" srcId="{7B501962-905E-4CF3-81B5-2C8DB0A2E42F}" destId="{07ADFD87-073B-46D6-B1A8-201CA84E38BE}" srcOrd="0" destOrd="0" presId="urn:microsoft.com/office/officeart/2005/8/layout/orgChart1"/>
    <dgm:cxn modelId="{B4F567AE-60B6-40FF-B3D2-9CCEF4C47DD0}" srcId="{2663577D-42E1-4A2C-8F51-9BD8BA37D2DC}" destId="{E27C399D-59D9-405E-8012-89FB2BF96859}" srcOrd="2" destOrd="0" parTransId="{48091E46-6348-4564-AB5B-9CC77CE544A7}" sibTransId="{EC942B20-6575-402C-AFC7-48F70FFF4949}"/>
    <dgm:cxn modelId="{A39E1FC4-9B19-42AC-9F56-45849E726DB1}" type="presOf" srcId="{1040EC0C-B4B6-4C6F-8AF2-CB9F9AD39907}" destId="{D81C386F-AD72-4475-9CA4-6C2A94871F42}" srcOrd="0" destOrd="0" presId="urn:microsoft.com/office/officeart/2005/8/layout/orgChart1"/>
    <dgm:cxn modelId="{7DE83AD5-78C0-4F8C-A8CE-5AD84591D103}" type="presOf" srcId="{43649410-D695-4C38-B58B-7AC8FDCAF8F5}" destId="{2467A58B-7071-464D-8F06-419EEF1C87F1}" srcOrd="0" destOrd="0" presId="urn:microsoft.com/office/officeart/2005/8/layout/orgChart1"/>
    <dgm:cxn modelId="{EDBD55DA-5DD5-48BE-95C2-01F90CC1EBEE}" srcId="{2663577D-42E1-4A2C-8F51-9BD8BA37D2DC}" destId="{B4A0EA7C-F447-4DDC-BFA4-F1B7CB9C8428}" srcOrd="4" destOrd="0" parTransId="{CDD4CB5D-685D-489F-B64C-FFC188C6B6E0}" sibTransId="{C6439E4E-0536-4F18-BFD5-29438FECA3C7}"/>
    <dgm:cxn modelId="{28B17FE1-6A3E-4D17-AFDE-E9D17492B62E}" type="presOf" srcId="{48091E46-6348-4564-AB5B-9CC77CE544A7}" destId="{51A3E7AC-8507-46EC-9DA7-9B442597F1A5}" srcOrd="0" destOrd="0" presId="urn:microsoft.com/office/officeart/2005/8/layout/orgChart1"/>
    <dgm:cxn modelId="{8105E1E4-C975-4DA0-939A-106E8B95DF31}" type="presOf" srcId="{CDD4CB5D-685D-489F-B64C-FFC188C6B6E0}" destId="{D3CF1555-ECF2-404E-B5E4-837B12D690FA}" srcOrd="0" destOrd="0" presId="urn:microsoft.com/office/officeart/2005/8/layout/orgChart1"/>
    <dgm:cxn modelId="{72945DF6-6C3B-47CB-BBFB-2D94CB249C9A}" type="presOf" srcId="{376A1BCA-1D4C-4212-9579-1F324230323C}" destId="{3B96600C-5C93-4DDF-928F-FBF7564FC832}" srcOrd="0" destOrd="0" presId="urn:microsoft.com/office/officeart/2005/8/layout/orgChart1"/>
    <dgm:cxn modelId="{5F3EBBFD-5E65-4011-9ED8-A5ECB98C6267}" srcId="{376A1BCA-1D4C-4212-9579-1F324230323C}" destId="{2663577D-42E1-4A2C-8F51-9BD8BA37D2DC}" srcOrd="0" destOrd="0" parTransId="{04CBDE34-8362-4EF1-9616-D7B24AF88953}" sibTransId="{5D5DAE41-D4D3-4636-9E5B-220483AD3588}"/>
    <dgm:cxn modelId="{CCF10AAC-30B2-493E-8BF7-770A0958BC12}" type="presParOf" srcId="{3B96600C-5C93-4DDF-928F-FBF7564FC832}" destId="{0853ABAE-2CDB-41AE-A6C5-45542D4498DC}" srcOrd="0" destOrd="0" presId="urn:microsoft.com/office/officeart/2005/8/layout/orgChart1"/>
    <dgm:cxn modelId="{8CCBE2F6-017B-4D99-A783-D986B540C1CC}" type="presParOf" srcId="{0853ABAE-2CDB-41AE-A6C5-45542D4498DC}" destId="{C5D9D1BC-95D0-431F-BE02-1792FC35FD47}" srcOrd="0" destOrd="0" presId="urn:microsoft.com/office/officeart/2005/8/layout/orgChart1"/>
    <dgm:cxn modelId="{AA54BC5E-07DB-4FC2-B8F4-5E7063E2F642}" type="presParOf" srcId="{C5D9D1BC-95D0-431F-BE02-1792FC35FD47}" destId="{C5A0E28C-FF5F-4BDF-9AEF-3AB7095E7FE7}" srcOrd="0" destOrd="0" presId="urn:microsoft.com/office/officeart/2005/8/layout/orgChart1"/>
    <dgm:cxn modelId="{3C8C323E-B624-474C-8DF8-E95FCD5E95FF}" type="presParOf" srcId="{C5D9D1BC-95D0-431F-BE02-1792FC35FD47}" destId="{F8B16AF0-AFB0-4FA2-9D3F-08E755198874}" srcOrd="1" destOrd="0" presId="urn:microsoft.com/office/officeart/2005/8/layout/orgChart1"/>
    <dgm:cxn modelId="{ECF49DE3-7665-45A1-B260-91263D192D27}" type="presParOf" srcId="{0853ABAE-2CDB-41AE-A6C5-45542D4498DC}" destId="{A25F23B4-A44D-459B-8AFF-CCCF27F383AF}" srcOrd="1" destOrd="0" presId="urn:microsoft.com/office/officeart/2005/8/layout/orgChart1"/>
    <dgm:cxn modelId="{2C497FCC-6836-4E09-AEE4-50D39E20C5B2}" type="presParOf" srcId="{A25F23B4-A44D-459B-8AFF-CCCF27F383AF}" destId="{45A1EDB9-CE60-4BCB-92B3-04B64DFBCA11}" srcOrd="0" destOrd="0" presId="urn:microsoft.com/office/officeart/2005/8/layout/orgChart1"/>
    <dgm:cxn modelId="{BF85A639-E7DE-4577-B732-20D0BCB0EE1C}" type="presParOf" srcId="{A25F23B4-A44D-459B-8AFF-CCCF27F383AF}" destId="{F4B017F1-A777-45CC-AB7E-A37A74D3FE85}" srcOrd="1" destOrd="0" presId="urn:microsoft.com/office/officeart/2005/8/layout/orgChart1"/>
    <dgm:cxn modelId="{41F3335E-41BB-4E9B-8839-D353A9B13B62}" type="presParOf" srcId="{F4B017F1-A777-45CC-AB7E-A37A74D3FE85}" destId="{4107471C-DDD5-47C2-8238-A0ADC1759302}" srcOrd="0" destOrd="0" presId="urn:microsoft.com/office/officeart/2005/8/layout/orgChart1"/>
    <dgm:cxn modelId="{7A730CA1-A4BF-4043-9676-47CD0BF06B1C}" type="presParOf" srcId="{4107471C-DDD5-47C2-8238-A0ADC1759302}" destId="{D7293FDF-0937-49BF-ACD5-1DA693183E04}" srcOrd="0" destOrd="0" presId="urn:microsoft.com/office/officeart/2005/8/layout/orgChart1"/>
    <dgm:cxn modelId="{CBD65EE3-6504-4372-8B66-38E70C6B8CCA}" type="presParOf" srcId="{4107471C-DDD5-47C2-8238-A0ADC1759302}" destId="{2786230C-5604-42DD-AADA-25D5E6A4026A}" srcOrd="1" destOrd="0" presId="urn:microsoft.com/office/officeart/2005/8/layout/orgChart1"/>
    <dgm:cxn modelId="{90B19655-1238-40FF-83B4-2FF63D0E7A75}" type="presParOf" srcId="{F4B017F1-A777-45CC-AB7E-A37A74D3FE85}" destId="{31FB7F78-0CDE-4551-9CE3-EE6EBAF6D03C}" srcOrd="1" destOrd="0" presId="urn:microsoft.com/office/officeart/2005/8/layout/orgChart1"/>
    <dgm:cxn modelId="{8A3C9A1D-989B-40E5-8966-392004B1FD2E}" type="presParOf" srcId="{F4B017F1-A777-45CC-AB7E-A37A74D3FE85}" destId="{B909C197-6C22-4D8F-B3AD-E9CE8226CC1C}" srcOrd="2" destOrd="0" presId="urn:microsoft.com/office/officeart/2005/8/layout/orgChart1"/>
    <dgm:cxn modelId="{FAC0EE5E-5BDA-42A2-A6E6-DC8A6A69A8D1}" type="presParOf" srcId="{A25F23B4-A44D-459B-8AFF-CCCF27F383AF}" destId="{742E7156-2A41-4C1D-8FD3-673CFCE59A75}" srcOrd="2" destOrd="0" presId="urn:microsoft.com/office/officeart/2005/8/layout/orgChart1"/>
    <dgm:cxn modelId="{D398D699-43C8-4349-9DE2-32DB1B71B927}" type="presParOf" srcId="{A25F23B4-A44D-459B-8AFF-CCCF27F383AF}" destId="{89804929-F08F-4BF4-95B1-1168680CB0AD}" srcOrd="3" destOrd="0" presId="urn:microsoft.com/office/officeart/2005/8/layout/orgChart1"/>
    <dgm:cxn modelId="{5337D647-F8F2-48CC-A256-4632787EBAC6}" type="presParOf" srcId="{89804929-F08F-4BF4-95B1-1168680CB0AD}" destId="{47ED9D22-87CC-4CC4-A500-E64DE5A032A0}" srcOrd="0" destOrd="0" presId="urn:microsoft.com/office/officeart/2005/8/layout/orgChart1"/>
    <dgm:cxn modelId="{1F3F9A0A-274D-4B18-B930-AA08E939BC4F}" type="presParOf" srcId="{47ED9D22-87CC-4CC4-A500-E64DE5A032A0}" destId="{07ADFD87-073B-46D6-B1A8-201CA84E38BE}" srcOrd="0" destOrd="0" presId="urn:microsoft.com/office/officeart/2005/8/layout/orgChart1"/>
    <dgm:cxn modelId="{7AFE0703-2AC7-4716-ADF9-3490900A9703}" type="presParOf" srcId="{47ED9D22-87CC-4CC4-A500-E64DE5A032A0}" destId="{F8008D0C-98D3-4042-8264-42394593B7A0}" srcOrd="1" destOrd="0" presId="urn:microsoft.com/office/officeart/2005/8/layout/orgChart1"/>
    <dgm:cxn modelId="{61F20AAF-9CF0-41AD-A291-01D629E84A65}" type="presParOf" srcId="{89804929-F08F-4BF4-95B1-1168680CB0AD}" destId="{6B6CAA8A-29D3-4A0B-AD78-5C82FD02BC15}" srcOrd="1" destOrd="0" presId="urn:microsoft.com/office/officeart/2005/8/layout/orgChart1"/>
    <dgm:cxn modelId="{9592EFD0-5F45-4332-8C92-589AED3BBA0F}" type="presParOf" srcId="{89804929-F08F-4BF4-95B1-1168680CB0AD}" destId="{73C8DF77-6B5E-4315-8D2C-542BFAE63C29}" srcOrd="2" destOrd="0" presId="urn:microsoft.com/office/officeart/2005/8/layout/orgChart1"/>
    <dgm:cxn modelId="{DD37F971-56B6-4F16-AC64-C7AB74DA7065}" type="presParOf" srcId="{A25F23B4-A44D-459B-8AFF-CCCF27F383AF}" destId="{51A3E7AC-8507-46EC-9DA7-9B442597F1A5}" srcOrd="4" destOrd="0" presId="urn:microsoft.com/office/officeart/2005/8/layout/orgChart1"/>
    <dgm:cxn modelId="{0436A069-6F7D-43F2-89A6-74FECCDF9516}" type="presParOf" srcId="{A25F23B4-A44D-459B-8AFF-CCCF27F383AF}" destId="{CECCD3E1-3902-4395-8A2F-B28ED944E6EE}" srcOrd="5" destOrd="0" presId="urn:microsoft.com/office/officeart/2005/8/layout/orgChart1"/>
    <dgm:cxn modelId="{588BB34E-264C-4465-A486-AA543649BBD1}" type="presParOf" srcId="{CECCD3E1-3902-4395-8A2F-B28ED944E6EE}" destId="{DABE4CD0-83D7-4D12-B80B-51F773D1F05A}" srcOrd="0" destOrd="0" presId="urn:microsoft.com/office/officeart/2005/8/layout/orgChart1"/>
    <dgm:cxn modelId="{291E1DA4-B63D-4729-A490-C79AA41DBFCD}" type="presParOf" srcId="{DABE4CD0-83D7-4D12-B80B-51F773D1F05A}" destId="{8813D7BD-678C-4048-AF4C-E3ABA96164E2}" srcOrd="0" destOrd="0" presId="urn:microsoft.com/office/officeart/2005/8/layout/orgChart1"/>
    <dgm:cxn modelId="{156505F3-F074-4F92-879A-6AA63A85C1FA}" type="presParOf" srcId="{DABE4CD0-83D7-4D12-B80B-51F773D1F05A}" destId="{09BD13EF-CC23-4CDD-A198-866FEC25F9EC}" srcOrd="1" destOrd="0" presId="urn:microsoft.com/office/officeart/2005/8/layout/orgChart1"/>
    <dgm:cxn modelId="{E04D3D4D-2F96-4590-9564-2671478581BF}" type="presParOf" srcId="{CECCD3E1-3902-4395-8A2F-B28ED944E6EE}" destId="{502C0A11-D423-41E6-BC3D-1BAEC7AA867C}" srcOrd="1" destOrd="0" presId="urn:microsoft.com/office/officeart/2005/8/layout/orgChart1"/>
    <dgm:cxn modelId="{D9E693A5-953F-4827-A4A0-0DF9AAE2926C}" type="presParOf" srcId="{CECCD3E1-3902-4395-8A2F-B28ED944E6EE}" destId="{D400026A-F686-46B5-9AFE-E6D2E4668769}" srcOrd="2" destOrd="0" presId="urn:microsoft.com/office/officeart/2005/8/layout/orgChart1"/>
    <dgm:cxn modelId="{30771A94-B81B-4AE3-A4D6-11B53E9BD0D3}" type="presParOf" srcId="{A25F23B4-A44D-459B-8AFF-CCCF27F383AF}" destId="{2467A58B-7071-464D-8F06-419EEF1C87F1}" srcOrd="6" destOrd="0" presId="urn:microsoft.com/office/officeart/2005/8/layout/orgChart1"/>
    <dgm:cxn modelId="{9CB011E6-96B2-4A45-A120-7EDA208E8711}" type="presParOf" srcId="{A25F23B4-A44D-459B-8AFF-CCCF27F383AF}" destId="{B013F5FD-7FE8-4821-8758-FB3C2D95EA98}" srcOrd="7" destOrd="0" presId="urn:microsoft.com/office/officeart/2005/8/layout/orgChart1"/>
    <dgm:cxn modelId="{6C1C0C08-2681-4249-971F-86396DC62A41}" type="presParOf" srcId="{B013F5FD-7FE8-4821-8758-FB3C2D95EA98}" destId="{051264ED-2748-4FFD-89AF-287ECDB6C376}" srcOrd="0" destOrd="0" presId="urn:microsoft.com/office/officeart/2005/8/layout/orgChart1"/>
    <dgm:cxn modelId="{9CA2115F-F47C-4360-BB6B-439424BCF457}" type="presParOf" srcId="{051264ED-2748-4FFD-89AF-287ECDB6C376}" destId="{D81C386F-AD72-4475-9CA4-6C2A94871F42}" srcOrd="0" destOrd="0" presId="urn:microsoft.com/office/officeart/2005/8/layout/orgChart1"/>
    <dgm:cxn modelId="{0F704A4C-8CEE-4279-9275-BCD215A96A21}" type="presParOf" srcId="{051264ED-2748-4FFD-89AF-287ECDB6C376}" destId="{8CEEC443-E10A-4632-957C-6311AA77A0BA}" srcOrd="1" destOrd="0" presId="urn:microsoft.com/office/officeart/2005/8/layout/orgChart1"/>
    <dgm:cxn modelId="{60966D2C-0394-4DED-BCB1-E4D1F98FA4C3}" type="presParOf" srcId="{B013F5FD-7FE8-4821-8758-FB3C2D95EA98}" destId="{ECD30C49-61DE-4164-94A4-DEB761947E31}" srcOrd="1" destOrd="0" presId="urn:microsoft.com/office/officeart/2005/8/layout/orgChart1"/>
    <dgm:cxn modelId="{69BE9808-2975-4477-8491-64D6DD74836B}" type="presParOf" srcId="{B013F5FD-7FE8-4821-8758-FB3C2D95EA98}" destId="{3117158E-C122-479A-89AE-6B9C28BFACF2}" srcOrd="2" destOrd="0" presId="urn:microsoft.com/office/officeart/2005/8/layout/orgChart1"/>
    <dgm:cxn modelId="{59A8413A-DC4C-45F1-9274-38D190FFC5DE}" type="presParOf" srcId="{A25F23B4-A44D-459B-8AFF-CCCF27F383AF}" destId="{D3CF1555-ECF2-404E-B5E4-837B12D690FA}" srcOrd="8" destOrd="0" presId="urn:microsoft.com/office/officeart/2005/8/layout/orgChart1"/>
    <dgm:cxn modelId="{68DDC797-3807-457C-8154-6F88B0EBE444}" type="presParOf" srcId="{A25F23B4-A44D-459B-8AFF-CCCF27F383AF}" destId="{073F6A59-89BD-4992-A80F-32A839871057}" srcOrd="9" destOrd="0" presId="urn:microsoft.com/office/officeart/2005/8/layout/orgChart1"/>
    <dgm:cxn modelId="{BE5D9529-D2FA-48D3-ADB7-A45FC5A5D5A3}" type="presParOf" srcId="{073F6A59-89BD-4992-A80F-32A839871057}" destId="{36B580DA-A5F3-4391-94FD-451697807424}" srcOrd="0" destOrd="0" presId="urn:microsoft.com/office/officeart/2005/8/layout/orgChart1"/>
    <dgm:cxn modelId="{92BF6694-1410-45E1-9455-7870C8C6444C}" type="presParOf" srcId="{36B580DA-A5F3-4391-94FD-451697807424}" destId="{53CDE04F-C875-4E3D-9452-2199C9057809}" srcOrd="0" destOrd="0" presId="urn:microsoft.com/office/officeart/2005/8/layout/orgChart1"/>
    <dgm:cxn modelId="{734D395E-D9DB-4CC1-ADA6-FCBC34D5058A}" type="presParOf" srcId="{36B580DA-A5F3-4391-94FD-451697807424}" destId="{6560A12D-9755-42D1-BBF2-0343EA87331A}" srcOrd="1" destOrd="0" presId="urn:microsoft.com/office/officeart/2005/8/layout/orgChart1"/>
    <dgm:cxn modelId="{B0A69FB0-D950-4BF0-8972-EEBB526B53C8}" type="presParOf" srcId="{073F6A59-89BD-4992-A80F-32A839871057}" destId="{21770B68-DB69-414B-B29E-BA922570167B}" srcOrd="1" destOrd="0" presId="urn:microsoft.com/office/officeart/2005/8/layout/orgChart1"/>
    <dgm:cxn modelId="{E1210355-9E8B-42AD-8C78-B15594AAA2DA}" type="presParOf" srcId="{073F6A59-89BD-4992-A80F-32A839871057}" destId="{6B036BBE-2FB4-4877-96AA-5D446923562F}" srcOrd="2" destOrd="0" presId="urn:microsoft.com/office/officeart/2005/8/layout/orgChart1"/>
    <dgm:cxn modelId="{3F15516C-E232-4B90-AE0D-9FCDF02ABEDC}" type="presParOf" srcId="{0853ABAE-2CDB-41AE-A6C5-45542D4498DC}" destId="{32593B95-E165-45AA-9EDA-3321F821E46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83277F-36F9-4FF0-8735-11723851EBCA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DB2FC9-0087-44B6-B144-64CC101963F6}">
      <dgm:prSet phldrT="[Текст]"/>
      <dgm:spPr/>
      <dgm:t>
        <a:bodyPr/>
        <a:lstStyle/>
        <a:p>
          <a:pPr>
            <a:buNone/>
          </a:pPr>
          <a:r>
            <a:rPr lang="ru-RU" dirty="0"/>
            <a:t>Техническое задание</a:t>
          </a:r>
        </a:p>
      </dgm:t>
    </dgm:pt>
    <dgm:pt modelId="{99944150-8FB1-4FA6-8F1F-34DB0BD6D217}" type="parTrans" cxnId="{C1AD86C2-D39A-4BE7-B4BC-849DBFA28FEC}">
      <dgm:prSet/>
      <dgm:spPr/>
      <dgm:t>
        <a:bodyPr/>
        <a:lstStyle/>
        <a:p>
          <a:endParaRPr lang="ru-RU"/>
        </a:p>
      </dgm:t>
    </dgm:pt>
    <dgm:pt modelId="{13E3C175-9927-48C8-AC20-919A7A0146D1}" type="sibTrans" cxnId="{C1AD86C2-D39A-4BE7-B4BC-849DBFA28FEC}">
      <dgm:prSet/>
      <dgm:spPr/>
      <dgm:t>
        <a:bodyPr/>
        <a:lstStyle/>
        <a:p>
          <a:endParaRPr lang="ru-RU"/>
        </a:p>
      </dgm:t>
    </dgm:pt>
    <dgm:pt modelId="{E780C4FB-6CDC-4132-908C-342099933B26}">
      <dgm:prSet phldrT="[Текст]"/>
      <dgm:spPr/>
      <dgm:t>
        <a:bodyPr/>
        <a:lstStyle/>
        <a:p>
          <a:pPr>
            <a:buNone/>
          </a:pPr>
          <a:r>
            <a:rPr lang="ru-RU" dirty="0"/>
            <a:t>Эскизный проект</a:t>
          </a:r>
        </a:p>
      </dgm:t>
    </dgm:pt>
    <dgm:pt modelId="{B5B3D868-CAFB-4F16-8D9E-2883C5553FF0}" type="parTrans" cxnId="{E9A1A58F-EEBC-4C40-8313-B6799EB80451}">
      <dgm:prSet/>
      <dgm:spPr/>
      <dgm:t>
        <a:bodyPr/>
        <a:lstStyle/>
        <a:p>
          <a:endParaRPr lang="ru-RU"/>
        </a:p>
      </dgm:t>
    </dgm:pt>
    <dgm:pt modelId="{F6F182E8-239D-4245-B7DD-E7F9C7AB8D87}" type="sibTrans" cxnId="{E9A1A58F-EEBC-4C40-8313-B6799EB80451}">
      <dgm:prSet/>
      <dgm:spPr/>
      <dgm:t>
        <a:bodyPr/>
        <a:lstStyle/>
        <a:p>
          <a:endParaRPr lang="ru-RU"/>
        </a:p>
      </dgm:t>
    </dgm:pt>
    <dgm:pt modelId="{0A8AE439-24EF-4DC7-8E3F-9ACBB90AC50F}">
      <dgm:prSet phldrT="[Текст]"/>
      <dgm:spPr/>
      <dgm:t>
        <a:bodyPr/>
        <a:lstStyle/>
        <a:p>
          <a:pPr>
            <a:buNone/>
          </a:pPr>
          <a:r>
            <a:rPr lang="ru-RU" dirty="0"/>
            <a:t>Технический проект</a:t>
          </a:r>
        </a:p>
      </dgm:t>
    </dgm:pt>
    <dgm:pt modelId="{EF3D20B7-E5C7-4800-B1F7-457972A47E7C}" type="parTrans" cxnId="{F16D3639-AAA1-4057-9C1B-0AF9BB6F2070}">
      <dgm:prSet/>
      <dgm:spPr/>
      <dgm:t>
        <a:bodyPr/>
        <a:lstStyle/>
        <a:p>
          <a:endParaRPr lang="ru-RU"/>
        </a:p>
      </dgm:t>
    </dgm:pt>
    <dgm:pt modelId="{94EF2AFB-F4EF-4B03-B6AF-0593E1E7F36D}" type="sibTrans" cxnId="{F16D3639-AAA1-4057-9C1B-0AF9BB6F2070}">
      <dgm:prSet/>
      <dgm:spPr/>
      <dgm:t>
        <a:bodyPr/>
        <a:lstStyle/>
        <a:p>
          <a:endParaRPr lang="ru-RU"/>
        </a:p>
      </dgm:t>
    </dgm:pt>
    <dgm:pt modelId="{D9BECA27-697B-4148-BE26-1BE5EA280BD7}">
      <dgm:prSet phldrT="[Текст]"/>
      <dgm:spPr/>
      <dgm:t>
        <a:bodyPr/>
        <a:lstStyle/>
        <a:p>
          <a:pPr>
            <a:buNone/>
          </a:pPr>
          <a:r>
            <a:rPr lang="ru-RU"/>
            <a:t>Рабочий проект</a:t>
          </a:r>
          <a:endParaRPr lang="ru-RU" dirty="0"/>
        </a:p>
      </dgm:t>
    </dgm:pt>
    <dgm:pt modelId="{FFF66BF1-D28C-40B3-85CE-00020DA81833}" type="parTrans" cxnId="{1FCC54C4-3958-436A-BB2F-6EFAB42A8D97}">
      <dgm:prSet/>
      <dgm:spPr/>
      <dgm:t>
        <a:bodyPr/>
        <a:lstStyle/>
        <a:p>
          <a:endParaRPr lang="ru-RU"/>
        </a:p>
      </dgm:t>
    </dgm:pt>
    <dgm:pt modelId="{7E65BBDD-2321-4F0A-A3BF-7D2F196736C3}" type="sibTrans" cxnId="{1FCC54C4-3958-436A-BB2F-6EFAB42A8D97}">
      <dgm:prSet/>
      <dgm:spPr/>
      <dgm:t>
        <a:bodyPr/>
        <a:lstStyle/>
        <a:p>
          <a:endParaRPr lang="ru-RU"/>
        </a:p>
      </dgm:t>
    </dgm:pt>
    <dgm:pt modelId="{3541BDDE-4995-4E67-B1ED-4D7AA9055F80}">
      <dgm:prSet phldrT="[Текст]"/>
      <dgm:spPr/>
      <dgm:t>
        <a:bodyPr/>
        <a:lstStyle/>
        <a:p>
          <a:pPr>
            <a:buNone/>
          </a:pPr>
          <a:r>
            <a:rPr lang="ru-RU"/>
            <a:t>Внедрение</a:t>
          </a:r>
          <a:endParaRPr lang="ru-RU" dirty="0"/>
        </a:p>
      </dgm:t>
    </dgm:pt>
    <dgm:pt modelId="{B1E84832-C0F1-472B-B83F-F82A9B93961D}" type="parTrans" cxnId="{D7537F52-D95F-4FDA-ADBB-11C5BF8DF05F}">
      <dgm:prSet/>
      <dgm:spPr/>
      <dgm:t>
        <a:bodyPr/>
        <a:lstStyle/>
        <a:p>
          <a:endParaRPr lang="ru-RU"/>
        </a:p>
      </dgm:t>
    </dgm:pt>
    <dgm:pt modelId="{57518517-028B-4189-B959-6C192B4FD583}" type="sibTrans" cxnId="{D7537F52-D95F-4FDA-ADBB-11C5BF8DF05F}">
      <dgm:prSet/>
      <dgm:spPr/>
      <dgm:t>
        <a:bodyPr/>
        <a:lstStyle/>
        <a:p>
          <a:endParaRPr lang="ru-RU"/>
        </a:p>
      </dgm:t>
    </dgm:pt>
    <dgm:pt modelId="{F30856BB-632F-4353-860E-C3641BEEF4B4}" type="pres">
      <dgm:prSet presAssocID="{6683277F-36F9-4FF0-8735-11723851EBCA}" presName="Name0" presStyleCnt="0">
        <dgm:presLayoutVars>
          <dgm:dir/>
          <dgm:animLvl val="lvl"/>
          <dgm:resizeHandles val="exact"/>
        </dgm:presLayoutVars>
      </dgm:prSet>
      <dgm:spPr/>
    </dgm:pt>
    <dgm:pt modelId="{BE146F3A-1561-4C14-BFFC-4E8414EC3D40}" type="pres">
      <dgm:prSet presAssocID="{3541BDDE-4995-4E67-B1ED-4D7AA9055F80}" presName="boxAndChildren" presStyleCnt="0"/>
      <dgm:spPr/>
    </dgm:pt>
    <dgm:pt modelId="{3600293F-50A2-4485-A3FA-4635C75835E0}" type="pres">
      <dgm:prSet presAssocID="{3541BDDE-4995-4E67-B1ED-4D7AA9055F80}" presName="parentTextBox" presStyleLbl="node1" presStyleIdx="0" presStyleCnt="5"/>
      <dgm:spPr/>
    </dgm:pt>
    <dgm:pt modelId="{8D9D8CED-6835-4FDE-BE71-8B260AA41BCF}" type="pres">
      <dgm:prSet presAssocID="{7E65BBDD-2321-4F0A-A3BF-7D2F196736C3}" presName="sp" presStyleCnt="0"/>
      <dgm:spPr/>
    </dgm:pt>
    <dgm:pt modelId="{2336EDB0-67B5-4666-8EED-2EF861811D7D}" type="pres">
      <dgm:prSet presAssocID="{D9BECA27-697B-4148-BE26-1BE5EA280BD7}" presName="arrowAndChildren" presStyleCnt="0"/>
      <dgm:spPr/>
    </dgm:pt>
    <dgm:pt modelId="{CE07B402-F894-4938-B6A1-D40CFFBDA7E3}" type="pres">
      <dgm:prSet presAssocID="{D9BECA27-697B-4148-BE26-1BE5EA280BD7}" presName="parentTextArrow" presStyleLbl="node1" presStyleIdx="1" presStyleCnt="5"/>
      <dgm:spPr/>
    </dgm:pt>
    <dgm:pt modelId="{50EE5538-E88C-43E1-A1EF-F2F654DAEC28}" type="pres">
      <dgm:prSet presAssocID="{94EF2AFB-F4EF-4B03-B6AF-0593E1E7F36D}" presName="sp" presStyleCnt="0"/>
      <dgm:spPr/>
    </dgm:pt>
    <dgm:pt modelId="{5AD72158-804B-4E59-9F39-CA7416C9E9F1}" type="pres">
      <dgm:prSet presAssocID="{0A8AE439-24EF-4DC7-8E3F-9ACBB90AC50F}" presName="arrowAndChildren" presStyleCnt="0"/>
      <dgm:spPr/>
    </dgm:pt>
    <dgm:pt modelId="{80E012C5-DBA6-44CF-9BA3-423E0EA79E95}" type="pres">
      <dgm:prSet presAssocID="{0A8AE439-24EF-4DC7-8E3F-9ACBB90AC50F}" presName="parentTextArrow" presStyleLbl="node1" presStyleIdx="2" presStyleCnt="5"/>
      <dgm:spPr/>
    </dgm:pt>
    <dgm:pt modelId="{D9D62149-9755-4FD8-9163-02C5AD1BCAB1}" type="pres">
      <dgm:prSet presAssocID="{F6F182E8-239D-4245-B7DD-E7F9C7AB8D87}" presName="sp" presStyleCnt="0"/>
      <dgm:spPr/>
    </dgm:pt>
    <dgm:pt modelId="{909A3EEB-D5D4-43A3-9262-2CB670873510}" type="pres">
      <dgm:prSet presAssocID="{E780C4FB-6CDC-4132-908C-342099933B26}" presName="arrowAndChildren" presStyleCnt="0"/>
      <dgm:spPr/>
    </dgm:pt>
    <dgm:pt modelId="{10D56150-4696-4EE6-BB79-A52059034AA0}" type="pres">
      <dgm:prSet presAssocID="{E780C4FB-6CDC-4132-908C-342099933B26}" presName="parentTextArrow" presStyleLbl="node1" presStyleIdx="3" presStyleCnt="5"/>
      <dgm:spPr/>
    </dgm:pt>
    <dgm:pt modelId="{BA10E52A-8AAD-4D99-90F5-CCAEA8DD47CB}" type="pres">
      <dgm:prSet presAssocID="{13E3C175-9927-48C8-AC20-919A7A0146D1}" presName="sp" presStyleCnt="0"/>
      <dgm:spPr/>
    </dgm:pt>
    <dgm:pt modelId="{A517E872-584B-4BC0-99DB-834154E9E0A3}" type="pres">
      <dgm:prSet presAssocID="{4EDB2FC9-0087-44B6-B144-64CC101963F6}" presName="arrowAndChildren" presStyleCnt="0"/>
      <dgm:spPr/>
    </dgm:pt>
    <dgm:pt modelId="{A5D8787A-6F66-431D-9932-29A12F0503DA}" type="pres">
      <dgm:prSet presAssocID="{4EDB2FC9-0087-44B6-B144-64CC101963F6}" presName="parentTextArrow" presStyleLbl="node1" presStyleIdx="4" presStyleCnt="5"/>
      <dgm:spPr/>
    </dgm:pt>
  </dgm:ptLst>
  <dgm:cxnLst>
    <dgm:cxn modelId="{24539A09-5FEB-4666-AC02-7A04B3A9F3EF}" type="presOf" srcId="{6683277F-36F9-4FF0-8735-11723851EBCA}" destId="{F30856BB-632F-4353-860E-C3641BEEF4B4}" srcOrd="0" destOrd="0" presId="urn:microsoft.com/office/officeart/2005/8/layout/process4"/>
    <dgm:cxn modelId="{ADCEF119-4539-4D07-A8A7-5E4BC8F792AA}" type="presOf" srcId="{3541BDDE-4995-4E67-B1ED-4D7AA9055F80}" destId="{3600293F-50A2-4485-A3FA-4635C75835E0}" srcOrd="0" destOrd="0" presId="urn:microsoft.com/office/officeart/2005/8/layout/process4"/>
    <dgm:cxn modelId="{F16D3639-AAA1-4057-9C1B-0AF9BB6F2070}" srcId="{6683277F-36F9-4FF0-8735-11723851EBCA}" destId="{0A8AE439-24EF-4DC7-8E3F-9ACBB90AC50F}" srcOrd="2" destOrd="0" parTransId="{EF3D20B7-E5C7-4800-B1F7-457972A47E7C}" sibTransId="{94EF2AFB-F4EF-4B03-B6AF-0593E1E7F36D}"/>
    <dgm:cxn modelId="{D7537F52-D95F-4FDA-ADBB-11C5BF8DF05F}" srcId="{6683277F-36F9-4FF0-8735-11723851EBCA}" destId="{3541BDDE-4995-4E67-B1ED-4D7AA9055F80}" srcOrd="4" destOrd="0" parTransId="{B1E84832-C0F1-472B-B83F-F82A9B93961D}" sibTransId="{57518517-028B-4189-B959-6C192B4FD583}"/>
    <dgm:cxn modelId="{1223887D-3F7A-417B-8BFA-A0B5DF30D5CE}" type="presOf" srcId="{4EDB2FC9-0087-44B6-B144-64CC101963F6}" destId="{A5D8787A-6F66-431D-9932-29A12F0503DA}" srcOrd="0" destOrd="0" presId="urn:microsoft.com/office/officeart/2005/8/layout/process4"/>
    <dgm:cxn modelId="{8E16F88D-F653-41E1-B997-A811A69DF351}" type="presOf" srcId="{E780C4FB-6CDC-4132-908C-342099933B26}" destId="{10D56150-4696-4EE6-BB79-A52059034AA0}" srcOrd="0" destOrd="0" presId="urn:microsoft.com/office/officeart/2005/8/layout/process4"/>
    <dgm:cxn modelId="{E9A1A58F-EEBC-4C40-8313-B6799EB80451}" srcId="{6683277F-36F9-4FF0-8735-11723851EBCA}" destId="{E780C4FB-6CDC-4132-908C-342099933B26}" srcOrd="1" destOrd="0" parTransId="{B5B3D868-CAFB-4F16-8D9E-2883C5553FF0}" sibTransId="{F6F182E8-239D-4245-B7DD-E7F9C7AB8D87}"/>
    <dgm:cxn modelId="{C899879C-DC87-4E1F-93DA-7F245288CD09}" type="presOf" srcId="{0A8AE439-24EF-4DC7-8E3F-9ACBB90AC50F}" destId="{80E012C5-DBA6-44CF-9BA3-423E0EA79E95}" srcOrd="0" destOrd="0" presId="urn:microsoft.com/office/officeart/2005/8/layout/process4"/>
    <dgm:cxn modelId="{071719AD-5361-4DF5-8B99-FAC9BE0DD62D}" type="presOf" srcId="{D9BECA27-697B-4148-BE26-1BE5EA280BD7}" destId="{CE07B402-F894-4938-B6A1-D40CFFBDA7E3}" srcOrd="0" destOrd="0" presId="urn:microsoft.com/office/officeart/2005/8/layout/process4"/>
    <dgm:cxn modelId="{C1AD86C2-D39A-4BE7-B4BC-849DBFA28FEC}" srcId="{6683277F-36F9-4FF0-8735-11723851EBCA}" destId="{4EDB2FC9-0087-44B6-B144-64CC101963F6}" srcOrd="0" destOrd="0" parTransId="{99944150-8FB1-4FA6-8F1F-34DB0BD6D217}" sibTransId="{13E3C175-9927-48C8-AC20-919A7A0146D1}"/>
    <dgm:cxn modelId="{1FCC54C4-3958-436A-BB2F-6EFAB42A8D97}" srcId="{6683277F-36F9-4FF0-8735-11723851EBCA}" destId="{D9BECA27-697B-4148-BE26-1BE5EA280BD7}" srcOrd="3" destOrd="0" parTransId="{FFF66BF1-D28C-40B3-85CE-00020DA81833}" sibTransId="{7E65BBDD-2321-4F0A-A3BF-7D2F196736C3}"/>
    <dgm:cxn modelId="{95E9BCCE-AF8A-46D2-85E0-A8D6111A5F30}" type="presParOf" srcId="{F30856BB-632F-4353-860E-C3641BEEF4B4}" destId="{BE146F3A-1561-4C14-BFFC-4E8414EC3D40}" srcOrd="0" destOrd="0" presId="urn:microsoft.com/office/officeart/2005/8/layout/process4"/>
    <dgm:cxn modelId="{0304EF37-C17B-453F-95D8-EF788C4C27DE}" type="presParOf" srcId="{BE146F3A-1561-4C14-BFFC-4E8414EC3D40}" destId="{3600293F-50A2-4485-A3FA-4635C75835E0}" srcOrd="0" destOrd="0" presId="urn:microsoft.com/office/officeart/2005/8/layout/process4"/>
    <dgm:cxn modelId="{FAEAFF9F-920C-451E-9CAF-FEC8FC114690}" type="presParOf" srcId="{F30856BB-632F-4353-860E-C3641BEEF4B4}" destId="{8D9D8CED-6835-4FDE-BE71-8B260AA41BCF}" srcOrd="1" destOrd="0" presId="urn:microsoft.com/office/officeart/2005/8/layout/process4"/>
    <dgm:cxn modelId="{13A1964A-58F8-45E4-9E95-653045BA4233}" type="presParOf" srcId="{F30856BB-632F-4353-860E-C3641BEEF4B4}" destId="{2336EDB0-67B5-4666-8EED-2EF861811D7D}" srcOrd="2" destOrd="0" presId="urn:microsoft.com/office/officeart/2005/8/layout/process4"/>
    <dgm:cxn modelId="{379D6462-0262-452A-931D-A22217EAFC71}" type="presParOf" srcId="{2336EDB0-67B5-4666-8EED-2EF861811D7D}" destId="{CE07B402-F894-4938-B6A1-D40CFFBDA7E3}" srcOrd="0" destOrd="0" presId="urn:microsoft.com/office/officeart/2005/8/layout/process4"/>
    <dgm:cxn modelId="{6420F5C1-1CA7-469E-8783-D2E9A584EF89}" type="presParOf" srcId="{F30856BB-632F-4353-860E-C3641BEEF4B4}" destId="{50EE5538-E88C-43E1-A1EF-F2F654DAEC28}" srcOrd="3" destOrd="0" presId="urn:microsoft.com/office/officeart/2005/8/layout/process4"/>
    <dgm:cxn modelId="{91B68C44-83E2-48D2-B2DE-D2432669ED63}" type="presParOf" srcId="{F30856BB-632F-4353-860E-C3641BEEF4B4}" destId="{5AD72158-804B-4E59-9F39-CA7416C9E9F1}" srcOrd="4" destOrd="0" presId="urn:microsoft.com/office/officeart/2005/8/layout/process4"/>
    <dgm:cxn modelId="{12AD4E9F-E781-4040-8CD8-1720D6B52285}" type="presParOf" srcId="{5AD72158-804B-4E59-9F39-CA7416C9E9F1}" destId="{80E012C5-DBA6-44CF-9BA3-423E0EA79E95}" srcOrd="0" destOrd="0" presId="urn:microsoft.com/office/officeart/2005/8/layout/process4"/>
    <dgm:cxn modelId="{9A759062-15DE-44BB-AFE3-6030A9307F34}" type="presParOf" srcId="{F30856BB-632F-4353-860E-C3641BEEF4B4}" destId="{D9D62149-9755-4FD8-9163-02C5AD1BCAB1}" srcOrd="5" destOrd="0" presId="urn:microsoft.com/office/officeart/2005/8/layout/process4"/>
    <dgm:cxn modelId="{29F80E4B-2324-44E3-A946-594327DF174E}" type="presParOf" srcId="{F30856BB-632F-4353-860E-C3641BEEF4B4}" destId="{909A3EEB-D5D4-43A3-9262-2CB670873510}" srcOrd="6" destOrd="0" presId="urn:microsoft.com/office/officeart/2005/8/layout/process4"/>
    <dgm:cxn modelId="{04891F14-0F64-4E5D-826C-262789E7C844}" type="presParOf" srcId="{909A3EEB-D5D4-43A3-9262-2CB670873510}" destId="{10D56150-4696-4EE6-BB79-A52059034AA0}" srcOrd="0" destOrd="0" presId="urn:microsoft.com/office/officeart/2005/8/layout/process4"/>
    <dgm:cxn modelId="{EF415C69-BE77-4D9D-A42B-2082DA544D42}" type="presParOf" srcId="{F30856BB-632F-4353-860E-C3641BEEF4B4}" destId="{BA10E52A-8AAD-4D99-90F5-CCAEA8DD47CB}" srcOrd="7" destOrd="0" presId="urn:microsoft.com/office/officeart/2005/8/layout/process4"/>
    <dgm:cxn modelId="{F1A112D7-8C1D-4085-B6EA-6A32B2D0B5D0}" type="presParOf" srcId="{F30856BB-632F-4353-860E-C3641BEEF4B4}" destId="{A517E872-584B-4BC0-99DB-834154E9E0A3}" srcOrd="8" destOrd="0" presId="urn:microsoft.com/office/officeart/2005/8/layout/process4"/>
    <dgm:cxn modelId="{8219C7F5-1416-4C28-8DB1-DF4571DC4BF9}" type="presParOf" srcId="{A517E872-584B-4BC0-99DB-834154E9E0A3}" destId="{A5D8787A-6F66-431D-9932-29A12F0503D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83277F-36F9-4FF0-8735-11723851EB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EDB2FC9-0087-44B6-B144-64CC101963F6}">
      <dgm:prSet phldrT="[Текст]" custT="1"/>
      <dgm:spPr/>
      <dgm:t>
        <a:bodyPr/>
        <a:lstStyle/>
        <a:p>
          <a:pPr>
            <a:buNone/>
          </a:pPr>
          <a:r>
            <a:rPr lang="ru-RU" sz="2600" dirty="0"/>
            <a:t>Задают чёткую структуру разработки</a:t>
          </a:r>
        </a:p>
      </dgm:t>
    </dgm:pt>
    <dgm:pt modelId="{99944150-8FB1-4FA6-8F1F-34DB0BD6D217}" type="parTrans" cxnId="{C1AD86C2-D39A-4BE7-B4BC-849DBFA28FEC}">
      <dgm:prSet/>
      <dgm:spPr/>
      <dgm:t>
        <a:bodyPr/>
        <a:lstStyle/>
        <a:p>
          <a:endParaRPr lang="ru-RU" sz="2600"/>
        </a:p>
      </dgm:t>
    </dgm:pt>
    <dgm:pt modelId="{13E3C175-9927-48C8-AC20-919A7A0146D1}" type="sibTrans" cxnId="{C1AD86C2-D39A-4BE7-B4BC-849DBFA28FEC}">
      <dgm:prSet/>
      <dgm:spPr/>
      <dgm:t>
        <a:bodyPr/>
        <a:lstStyle/>
        <a:p>
          <a:endParaRPr lang="ru-RU" sz="2600"/>
        </a:p>
      </dgm:t>
    </dgm:pt>
    <dgm:pt modelId="{E780C4FB-6CDC-4132-908C-342099933B26}">
      <dgm:prSet phldrT="[Текст]" custT="1"/>
      <dgm:spPr/>
      <dgm:t>
        <a:bodyPr/>
        <a:lstStyle/>
        <a:p>
          <a:pPr>
            <a:buNone/>
          </a:pPr>
          <a:r>
            <a:rPr lang="ru-RU" sz="2600" dirty="0"/>
            <a:t>Помогают организовать документацию</a:t>
          </a:r>
        </a:p>
      </dgm:t>
    </dgm:pt>
    <dgm:pt modelId="{B5B3D868-CAFB-4F16-8D9E-2883C5553FF0}" type="parTrans" cxnId="{E9A1A58F-EEBC-4C40-8313-B6799EB80451}">
      <dgm:prSet/>
      <dgm:spPr/>
      <dgm:t>
        <a:bodyPr/>
        <a:lstStyle/>
        <a:p>
          <a:endParaRPr lang="ru-RU" sz="2600"/>
        </a:p>
      </dgm:t>
    </dgm:pt>
    <dgm:pt modelId="{F6F182E8-239D-4245-B7DD-E7F9C7AB8D87}" type="sibTrans" cxnId="{E9A1A58F-EEBC-4C40-8313-B6799EB80451}">
      <dgm:prSet/>
      <dgm:spPr/>
      <dgm:t>
        <a:bodyPr/>
        <a:lstStyle/>
        <a:p>
          <a:endParaRPr lang="ru-RU" sz="2600"/>
        </a:p>
      </dgm:t>
    </dgm:pt>
    <dgm:pt modelId="{0A8AE439-24EF-4DC7-8E3F-9ACBB90AC50F}">
      <dgm:prSet phldrT="[Текст]" custT="1"/>
      <dgm:spPr/>
      <dgm:t>
        <a:bodyPr/>
        <a:lstStyle/>
        <a:p>
          <a:pPr>
            <a:buNone/>
          </a:pPr>
          <a:r>
            <a:rPr lang="ru-RU" sz="2600" dirty="0"/>
            <a:t>Используются в образовании и госструктурах</a:t>
          </a:r>
        </a:p>
      </dgm:t>
    </dgm:pt>
    <dgm:pt modelId="{EF3D20B7-E5C7-4800-B1F7-457972A47E7C}" type="parTrans" cxnId="{F16D3639-AAA1-4057-9C1B-0AF9BB6F2070}">
      <dgm:prSet/>
      <dgm:spPr/>
      <dgm:t>
        <a:bodyPr/>
        <a:lstStyle/>
        <a:p>
          <a:endParaRPr lang="ru-RU" sz="2600"/>
        </a:p>
      </dgm:t>
    </dgm:pt>
    <dgm:pt modelId="{94EF2AFB-F4EF-4B03-B6AF-0593E1E7F36D}" type="sibTrans" cxnId="{F16D3639-AAA1-4057-9C1B-0AF9BB6F2070}">
      <dgm:prSet/>
      <dgm:spPr/>
      <dgm:t>
        <a:bodyPr/>
        <a:lstStyle/>
        <a:p>
          <a:endParaRPr lang="ru-RU" sz="2600"/>
        </a:p>
      </dgm:t>
    </dgm:pt>
    <dgm:pt modelId="{B76C9C9C-A3B6-4236-BFB6-7DC7E89E0113}" type="pres">
      <dgm:prSet presAssocID="{6683277F-36F9-4FF0-8735-11723851EBCA}" presName="linear" presStyleCnt="0">
        <dgm:presLayoutVars>
          <dgm:animLvl val="lvl"/>
          <dgm:resizeHandles val="exact"/>
        </dgm:presLayoutVars>
      </dgm:prSet>
      <dgm:spPr/>
    </dgm:pt>
    <dgm:pt modelId="{CA93730B-1A23-4992-B059-8A5D142FE3E3}" type="pres">
      <dgm:prSet presAssocID="{4EDB2FC9-0087-44B6-B144-64CC101963F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3CCF00-46B3-4BA6-AB9F-F02246D1D5EC}" type="pres">
      <dgm:prSet presAssocID="{13E3C175-9927-48C8-AC20-919A7A0146D1}" presName="spacer" presStyleCnt="0"/>
      <dgm:spPr/>
    </dgm:pt>
    <dgm:pt modelId="{DE678931-A91F-49DA-AF04-49BB1433304C}" type="pres">
      <dgm:prSet presAssocID="{E780C4FB-6CDC-4132-908C-342099933B2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A0E7DE2-4EB5-484A-AA84-82906E7B7900}" type="pres">
      <dgm:prSet presAssocID="{F6F182E8-239D-4245-B7DD-E7F9C7AB8D87}" presName="spacer" presStyleCnt="0"/>
      <dgm:spPr/>
    </dgm:pt>
    <dgm:pt modelId="{027DA3F9-B8D0-411F-8075-439C25E395FE}" type="pres">
      <dgm:prSet presAssocID="{0A8AE439-24EF-4DC7-8E3F-9ACBB90AC5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320932F-BE1C-403B-87CB-0EF225B15F97}" type="presOf" srcId="{0A8AE439-24EF-4DC7-8E3F-9ACBB90AC50F}" destId="{027DA3F9-B8D0-411F-8075-439C25E395FE}" srcOrd="0" destOrd="0" presId="urn:microsoft.com/office/officeart/2005/8/layout/vList2"/>
    <dgm:cxn modelId="{F16D3639-AAA1-4057-9C1B-0AF9BB6F2070}" srcId="{6683277F-36F9-4FF0-8735-11723851EBCA}" destId="{0A8AE439-24EF-4DC7-8E3F-9ACBB90AC50F}" srcOrd="2" destOrd="0" parTransId="{EF3D20B7-E5C7-4800-B1F7-457972A47E7C}" sibTransId="{94EF2AFB-F4EF-4B03-B6AF-0593E1E7F36D}"/>
    <dgm:cxn modelId="{E9A1A58F-EEBC-4C40-8313-B6799EB80451}" srcId="{6683277F-36F9-4FF0-8735-11723851EBCA}" destId="{E780C4FB-6CDC-4132-908C-342099933B26}" srcOrd="1" destOrd="0" parTransId="{B5B3D868-CAFB-4F16-8D9E-2883C5553FF0}" sibTransId="{F6F182E8-239D-4245-B7DD-E7F9C7AB8D87}"/>
    <dgm:cxn modelId="{5794A7A1-72E4-452F-96FB-D493F8B0D36B}" type="presOf" srcId="{6683277F-36F9-4FF0-8735-11723851EBCA}" destId="{B76C9C9C-A3B6-4236-BFB6-7DC7E89E0113}" srcOrd="0" destOrd="0" presId="urn:microsoft.com/office/officeart/2005/8/layout/vList2"/>
    <dgm:cxn modelId="{C1AD86C2-D39A-4BE7-B4BC-849DBFA28FEC}" srcId="{6683277F-36F9-4FF0-8735-11723851EBCA}" destId="{4EDB2FC9-0087-44B6-B144-64CC101963F6}" srcOrd="0" destOrd="0" parTransId="{99944150-8FB1-4FA6-8F1F-34DB0BD6D217}" sibTransId="{13E3C175-9927-48C8-AC20-919A7A0146D1}"/>
    <dgm:cxn modelId="{95DF90C6-6777-40BE-8628-EC3604DBD769}" type="presOf" srcId="{E780C4FB-6CDC-4132-908C-342099933B26}" destId="{DE678931-A91F-49DA-AF04-49BB1433304C}" srcOrd="0" destOrd="0" presId="urn:microsoft.com/office/officeart/2005/8/layout/vList2"/>
    <dgm:cxn modelId="{98B996F5-30B5-4765-B12C-22C872FF33E9}" type="presOf" srcId="{4EDB2FC9-0087-44B6-B144-64CC101963F6}" destId="{CA93730B-1A23-4992-B059-8A5D142FE3E3}" srcOrd="0" destOrd="0" presId="urn:microsoft.com/office/officeart/2005/8/layout/vList2"/>
    <dgm:cxn modelId="{4CB8AA3C-FF7C-475E-A281-FFD69548EDD7}" type="presParOf" srcId="{B76C9C9C-A3B6-4236-BFB6-7DC7E89E0113}" destId="{CA93730B-1A23-4992-B059-8A5D142FE3E3}" srcOrd="0" destOrd="0" presId="urn:microsoft.com/office/officeart/2005/8/layout/vList2"/>
    <dgm:cxn modelId="{7FD4CE5D-3685-4F49-8759-D1DD9643D90E}" type="presParOf" srcId="{B76C9C9C-A3B6-4236-BFB6-7DC7E89E0113}" destId="{AA3CCF00-46B3-4BA6-AB9F-F02246D1D5EC}" srcOrd="1" destOrd="0" presId="urn:microsoft.com/office/officeart/2005/8/layout/vList2"/>
    <dgm:cxn modelId="{2F5FFE4C-41B4-4EBD-8700-98BF9DE2288D}" type="presParOf" srcId="{B76C9C9C-A3B6-4236-BFB6-7DC7E89E0113}" destId="{DE678931-A91F-49DA-AF04-49BB1433304C}" srcOrd="2" destOrd="0" presId="urn:microsoft.com/office/officeart/2005/8/layout/vList2"/>
    <dgm:cxn modelId="{AECA82D0-4852-4A17-8695-CFD0D58FC484}" type="presParOf" srcId="{B76C9C9C-A3B6-4236-BFB6-7DC7E89E0113}" destId="{BA0E7DE2-4EB5-484A-AA84-82906E7B7900}" srcOrd="3" destOrd="0" presId="urn:microsoft.com/office/officeart/2005/8/layout/vList2"/>
    <dgm:cxn modelId="{E3DD7E02-437B-4618-A04A-26DE2E25A180}" type="presParOf" srcId="{B76C9C9C-A3B6-4236-BFB6-7DC7E89E0113}" destId="{027DA3F9-B8D0-411F-8075-439C25E395F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37831B-36CF-4941-AADD-410433115CA0}">
      <dsp:nvSpPr>
        <dsp:cNvPr id="0" name=""/>
        <dsp:cNvSpPr/>
      </dsp:nvSpPr>
      <dsp:spPr>
        <a:xfrm>
          <a:off x="159196" y="2199"/>
          <a:ext cx="3349054" cy="2009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ru-RU" sz="2600" kern="1200" dirty="0"/>
            <a:t>Регулирует разработку программного обеспечения</a:t>
          </a:r>
        </a:p>
      </dsp:txBody>
      <dsp:txXfrm>
        <a:off x="159196" y="2199"/>
        <a:ext cx="3349054" cy="2009432"/>
      </dsp:txXfrm>
    </dsp:sp>
    <dsp:sp modelId="{7FAECA5C-0219-4071-9340-C233DBF602EC}">
      <dsp:nvSpPr>
        <dsp:cNvPr id="0" name=""/>
        <dsp:cNvSpPr/>
      </dsp:nvSpPr>
      <dsp:spPr>
        <a:xfrm>
          <a:off x="3843157" y="2199"/>
          <a:ext cx="3349054" cy="2009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ru-RU" sz="2600" kern="1200" dirty="0"/>
            <a:t>Регулирует оформление документации</a:t>
          </a:r>
        </a:p>
      </dsp:txBody>
      <dsp:txXfrm>
        <a:off x="3843157" y="2199"/>
        <a:ext cx="3349054" cy="2009432"/>
      </dsp:txXfrm>
    </dsp:sp>
    <dsp:sp modelId="{43F23FC3-7D6C-421D-919B-211DF1BDDCEA}">
      <dsp:nvSpPr>
        <dsp:cNvPr id="0" name=""/>
        <dsp:cNvSpPr/>
      </dsp:nvSpPr>
      <dsp:spPr>
        <a:xfrm>
          <a:off x="2001177" y="2346538"/>
          <a:ext cx="3349054" cy="20094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Регулирует содержание программных документов</a:t>
          </a:r>
        </a:p>
      </dsp:txBody>
      <dsp:txXfrm>
        <a:off x="2001177" y="2346538"/>
        <a:ext cx="3349054" cy="2009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3E7AC-8507-46EC-9DA7-9B442597F1A5}">
      <dsp:nvSpPr>
        <dsp:cNvPr id="0" name=""/>
        <dsp:cNvSpPr/>
      </dsp:nvSpPr>
      <dsp:spPr>
        <a:xfrm>
          <a:off x="406400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2E7156-2A41-4C1D-8FD3-673CFCE59A75}">
      <dsp:nvSpPr>
        <dsp:cNvPr id="0" name=""/>
        <dsp:cNvSpPr/>
      </dsp:nvSpPr>
      <dsp:spPr>
        <a:xfrm>
          <a:off x="4018280" y="2459823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1EDB9-CE60-4BCB-92B3-04B64DFBCA11}">
      <dsp:nvSpPr>
        <dsp:cNvPr id="0" name=""/>
        <dsp:cNvSpPr/>
      </dsp:nvSpPr>
      <dsp:spPr>
        <a:xfrm>
          <a:off x="118869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0E28C-FF5F-4BDF-9AEF-3AB7095E7FE7}">
      <dsp:nvSpPr>
        <dsp:cNvPr id="0" name=""/>
        <dsp:cNvSpPr/>
      </dsp:nvSpPr>
      <dsp:spPr>
        <a:xfrm>
          <a:off x="2875855" y="1271678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Программы</a:t>
          </a:r>
        </a:p>
      </dsp:txBody>
      <dsp:txXfrm>
        <a:off x="2875855" y="1271678"/>
        <a:ext cx="2376289" cy="1188144"/>
      </dsp:txXfrm>
    </dsp:sp>
    <dsp:sp modelId="{D7293FDF-0937-49BF-ACD5-1DA693183E04}">
      <dsp:nvSpPr>
        <dsp:cNvPr id="0" name=""/>
        <dsp:cNvSpPr/>
      </dsp:nvSpPr>
      <dsp:spPr>
        <a:xfrm>
          <a:off x="54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Системные </a:t>
          </a:r>
        </a:p>
      </dsp:txBody>
      <dsp:txXfrm>
        <a:off x="545" y="2958843"/>
        <a:ext cx="2376289" cy="1188144"/>
      </dsp:txXfrm>
    </dsp:sp>
    <dsp:sp modelId="{07ADFD87-073B-46D6-B1A8-201CA84E38BE}">
      <dsp:nvSpPr>
        <dsp:cNvPr id="0" name=""/>
        <dsp:cNvSpPr/>
      </dsp:nvSpPr>
      <dsp:spPr>
        <a:xfrm>
          <a:off x="287585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Прикладные </a:t>
          </a:r>
        </a:p>
      </dsp:txBody>
      <dsp:txXfrm>
        <a:off x="2875855" y="2958843"/>
        <a:ext cx="2376289" cy="1188144"/>
      </dsp:txXfrm>
    </dsp:sp>
    <dsp:sp modelId="{8813D7BD-678C-4048-AF4C-E3ABA96164E2}">
      <dsp:nvSpPr>
        <dsp:cNvPr id="0" name=""/>
        <dsp:cNvSpPr/>
      </dsp:nvSpPr>
      <dsp:spPr>
        <a:xfrm>
          <a:off x="575116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Инструментальные </a:t>
          </a:r>
        </a:p>
      </dsp:txBody>
      <dsp:txXfrm>
        <a:off x="5751165" y="2958843"/>
        <a:ext cx="2376289" cy="11881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F1555-ECF2-404E-B5E4-837B12D690FA}">
      <dsp:nvSpPr>
        <dsp:cNvPr id="0" name=""/>
        <dsp:cNvSpPr/>
      </dsp:nvSpPr>
      <dsp:spPr>
        <a:xfrm>
          <a:off x="5500991" y="2968577"/>
          <a:ext cx="4558261" cy="395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775"/>
              </a:lnTo>
              <a:lnTo>
                <a:pt x="4558261" y="197775"/>
              </a:lnTo>
              <a:lnTo>
                <a:pt x="4558261" y="3955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67A58B-7071-464D-8F06-419EEF1C87F1}">
      <dsp:nvSpPr>
        <dsp:cNvPr id="0" name=""/>
        <dsp:cNvSpPr/>
      </dsp:nvSpPr>
      <dsp:spPr>
        <a:xfrm>
          <a:off x="5500991" y="2968577"/>
          <a:ext cx="2279130" cy="395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775"/>
              </a:lnTo>
              <a:lnTo>
                <a:pt x="2279130" y="197775"/>
              </a:lnTo>
              <a:lnTo>
                <a:pt x="2279130" y="3955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A3E7AC-8507-46EC-9DA7-9B442597F1A5}">
      <dsp:nvSpPr>
        <dsp:cNvPr id="0" name=""/>
        <dsp:cNvSpPr/>
      </dsp:nvSpPr>
      <dsp:spPr>
        <a:xfrm>
          <a:off x="5455271" y="2968577"/>
          <a:ext cx="91440" cy="3955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55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2E7156-2A41-4C1D-8FD3-673CFCE59A75}">
      <dsp:nvSpPr>
        <dsp:cNvPr id="0" name=""/>
        <dsp:cNvSpPr/>
      </dsp:nvSpPr>
      <dsp:spPr>
        <a:xfrm>
          <a:off x="3221860" y="2968577"/>
          <a:ext cx="2279130" cy="395551"/>
        </a:xfrm>
        <a:custGeom>
          <a:avLst/>
          <a:gdLst/>
          <a:ahLst/>
          <a:cxnLst/>
          <a:rect l="0" t="0" r="0" b="0"/>
          <a:pathLst>
            <a:path>
              <a:moveTo>
                <a:pt x="2279130" y="0"/>
              </a:moveTo>
              <a:lnTo>
                <a:pt x="2279130" y="197775"/>
              </a:lnTo>
              <a:lnTo>
                <a:pt x="0" y="197775"/>
              </a:lnTo>
              <a:lnTo>
                <a:pt x="0" y="3955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1EDB9-CE60-4BCB-92B3-04B64DFBCA11}">
      <dsp:nvSpPr>
        <dsp:cNvPr id="0" name=""/>
        <dsp:cNvSpPr/>
      </dsp:nvSpPr>
      <dsp:spPr>
        <a:xfrm>
          <a:off x="942729" y="2968577"/>
          <a:ext cx="4558261" cy="395551"/>
        </a:xfrm>
        <a:custGeom>
          <a:avLst/>
          <a:gdLst/>
          <a:ahLst/>
          <a:cxnLst/>
          <a:rect l="0" t="0" r="0" b="0"/>
          <a:pathLst>
            <a:path>
              <a:moveTo>
                <a:pt x="4558261" y="0"/>
              </a:moveTo>
              <a:lnTo>
                <a:pt x="4558261" y="197775"/>
              </a:lnTo>
              <a:lnTo>
                <a:pt x="0" y="197775"/>
              </a:lnTo>
              <a:lnTo>
                <a:pt x="0" y="3955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0E28C-FF5F-4BDF-9AEF-3AB7095E7FE7}">
      <dsp:nvSpPr>
        <dsp:cNvPr id="0" name=""/>
        <dsp:cNvSpPr/>
      </dsp:nvSpPr>
      <dsp:spPr>
        <a:xfrm>
          <a:off x="4559201" y="2026787"/>
          <a:ext cx="1883579" cy="941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Документы</a:t>
          </a:r>
        </a:p>
      </dsp:txBody>
      <dsp:txXfrm>
        <a:off x="4559201" y="2026787"/>
        <a:ext cx="1883579" cy="941789"/>
      </dsp:txXfrm>
    </dsp:sp>
    <dsp:sp modelId="{D7293FDF-0937-49BF-ACD5-1DA693183E04}">
      <dsp:nvSpPr>
        <dsp:cNvPr id="0" name=""/>
        <dsp:cNvSpPr/>
      </dsp:nvSpPr>
      <dsp:spPr>
        <a:xfrm>
          <a:off x="940" y="3364128"/>
          <a:ext cx="1883579" cy="941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ТЗ</a:t>
          </a:r>
        </a:p>
      </dsp:txBody>
      <dsp:txXfrm>
        <a:off x="940" y="3364128"/>
        <a:ext cx="1883579" cy="941789"/>
      </dsp:txXfrm>
    </dsp:sp>
    <dsp:sp modelId="{07ADFD87-073B-46D6-B1A8-201CA84E38BE}">
      <dsp:nvSpPr>
        <dsp:cNvPr id="0" name=""/>
        <dsp:cNvSpPr/>
      </dsp:nvSpPr>
      <dsp:spPr>
        <a:xfrm>
          <a:off x="2280070" y="3364128"/>
          <a:ext cx="1883579" cy="941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Пояснительная записка</a:t>
          </a:r>
        </a:p>
      </dsp:txBody>
      <dsp:txXfrm>
        <a:off x="2280070" y="3364128"/>
        <a:ext cx="1883579" cy="941789"/>
      </dsp:txXfrm>
    </dsp:sp>
    <dsp:sp modelId="{8813D7BD-678C-4048-AF4C-E3ABA96164E2}">
      <dsp:nvSpPr>
        <dsp:cNvPr id="0" name=""/>
        <dsp:cNvSpPr/>
      </dsp:nvSpPr>
      <dsp:spPr>
        <a:xfrm>
          <a:off x="4559201" y="3364128"/>
          <a:ext cx="1883579" cy="941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Руководство оператора</a:t>
          </a:r>
        </a:p>
      </dsp:txBody>
      <dsp:txXfrm>
        <a:off x="4559201" y="3364128"/>
        <a:ext cx="1883579" cy="941789"/>
      </dsp:txXfrm>
    </dsp:sp>
    <dsp:sp modelId="{D81C386F-AD72-4475-9CA4-6C2A94871F42}">
      <dsp:nvSpPr>
        <dsp:cNvPr id="0" name=""/>
        <dsp:cNvSpPr/>
      </dsp:nvSpPr>
      <dsp:spPr>
        <a:xfrm>
          <a:off x="6838332" y="3364128"/>
          <a:ext cx="1883579" cy="941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Руководство программиста</a:t>
          </a:r>
          <a:endParaRPr lang="ru-RU" sz="2200" kern="1200" dirty="0"/>
        </a:p>
      </dsp:txBody>
      <dsp:txXfrm>
        <a:off x="6838332" y="3364128"/>
        <a:ext cx="1883579" cy="941789"/>
      </dsp:txXfrm>
    </dsp:sp>
    <dsp:sp modelId="{53CDE04F-C875-4E3D-9452-2199C9057809}">
      <dsp:nvSpPr>
        <dsp:cNvPr id="0" name=""/>
        <dsp:cNvSpPr/>
      </dsp:nvSpPr>
      <dsp:spPr>
        <a:xfrm>
          <a:off x="9117463" y="3364128"/>
          <a:ext cx="1883579" cy="9417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…</a:t>
          </a:r>
        </a:p>
      </dsp:txBody>
      <dsp:txXfrm>
        <a:off x="9117463" y="3364128"/>
        <a:ext cx="1883579" cy="941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0293F-50A2-4485-A3FA-4635C75835E0}">
      <dsp:nvSpPr>
        <dsp:cNvPr id="0" name=""/>
        <dsp:cNvSpPr/>
      </dsp:nvSpPr>
      <dsp:spPr>
        <a:xfrm>
          <a:off x="0" y="4652753"/>
          <a:ext cx="8128000" cy="7633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/>
            <a:t>Внедрение</a:t>
          </a:r>
          <a:endParaRPr lang="ru-RU" sz="2700" kern="1200" dirty="0"/>
        </a:p>
      </dsp:txBody>
      <dsp:txXfrm>
        <a:off x="0" y="4652753"/>
        <a:ext cx="8128000" cy="763322"/>
      </dsp:txXfrm>
    </dsp:sp>
    <dsp:sp modelId="{CE07B402-F894-4938-B6A1-D40CFFBDA7E3}">
      <dsp:nvSpPr>
        <dsp:cNvPr id="0" name=""/>
        <dsp:cNvSpPr/>
      </dsp:nvSpPr>
      <dsp:spPr>
        <a:xfrm rot="10800000">
          <a:off x="0" y="3490212"/>
          <a:ext cx="8128000" cy="117399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/>
            <a:t>Рабочий проект</a:t>
          </a:r>
          <a:endParaRPr lang="ru-RU" sz="2700" kern="1200" dirty="0"/>
        </a:p>
      </dsp:txBody>
      <dsp:txXfrm rot="10800000">
        <a:off x="0" y="3490212"/>
        <a:ext cx="8128000" cy="762823"/>
      </dsp:txXfrm>
    </dsp:sp>
    <dsp:sp modelId="{80E012C5-DBA6-44CF-9BA3-423E0EA79E95}">
      <dsp:nvSpPr>
        <dsp:cNvPr id="0" name=""/>
        <dsp:cNvSpPr/>
      </dsp:nvSpPr>
      <dsp:spPr>
        <a:xfrm rot="10800000">
          <a:off x="0" y="2327672"/>
          <a:ext cx="8128000" cy="117399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Технический проект</a:t>
          </a:r>
        </a:p>
      </dsp:txBody>
      <dsp:txXfrm rot="10800000">
        <a:off x="0" y="2327672"/>
        <a:ext cx="8128000" cy="762823"/>
      </dsp:txXfrm>
    </dsp:sp>
    <dsp:sp modelId="{10D56150-4696-4EE6-BB79-A52059034AA0}">
      <dsp:nvSpPr>
        <dsp:cNvPr id="0" name=""/>
        <dsp:cNvSpPr/>
      </dsp:nvSpPr>
      <dsp:spPr>
        <a:xfrm rot="10800000">
          <a:off x="0" y="1165131"/>
          <a:ext cx="8128000" cy="117399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Эскизный проект</a:t>
          </a:r>
        </a:p>
      </dsp:txBody>
      <dsp:txXfrm rot="10800000">
        <a:off x="0" y="1165131"/>
        <a:ext cx="8128000" cy="762823"/>
      </dsp:txXfrm>
    </dsp:sp>
    <dsp:sp modelId="{A5D8787A-6F66-431D-9932-29A12F0503DA}">
      <dsp:nvSpPr>
        <dsp:cNvPr id="0" name=""/>
        <dsp:cNvSpPr/>
      </dsp:nvSpPr>
      <dsp:spPr>
        <a:xfrm rot="10800000">
          <a:off x="0" y="2590"/>
          <a:ext cx="8128000" cy="117399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Техническое задание</a:t>
          </a:r>
        </a:p>
      </dsp:txBody>
      <dsp:txXfrm rot="10800000">
        <a:off x="0" y="2590"/>
        <a:ext cx="8128000" cy="7628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3730B-1A23-4992-B059-8A5D142FE3E3}">
      <dsp:nvSpPr>
        <dsp:cNvPr id="0" name=""/>
        <dsp:cNvSpPr/>
      </dsp:nvSpPr>
      <dsp:spPr>
        <a:xfrm>
          <a:off x="0" y="696933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Задают чёткую структуру разработки</a:t>
          </a:r>
        </a:p>
      </dsp:txBody>
      <dsp:txXfrm>
        <a:off x="59399" y="756332"/>
        <a:ext cx="8009202" cy="1098002"/>
      </dsp:txXfrm>
    </dsp:sp>
    <dsp:sp modelId="{DE678931-A91F-49DA-AF04-49BB1433304C}">
      <dsp:nvSpPr>
        <dsp:cNvPr id="0" name=""/>
        <dsp:cNvSpPr/>
      </dsp:nvSpPr>
      <dsp:spPr>
        <a:xfrm>
          <a:off x="0" y="2100933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Помогают организовать документацию</a:t>
          </a:r>
        </a:p>
      </dsp:txBody>
      <dsp:txXfrm>
        <a:off x="59399" y="2160332"/>
        <a:ext cx="8009202" cy="1098002"/>
      </dsp:txXfrm>
    </dsp:sp>
    <dsp:sp modelId="{027DA3F9-B8D0-411F-8075-439C25E395FE}">
      <dsp:nvSpPr>
        <dsp:cNvPr id="0" name=""/>
        <dsp:cNvSpPr/>
      </dsp:nvSpPr>
      <dsp:spPr>
        <a:xfrm>
          <a:off x="0" y="3504933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Используются в образовании и госструктурах</a:t>
          </a:r>
        </a:p>
      </dsp:txBody>
      <dsp:txXfrm>
        <a:off x="59399" y="3564332"/>
        <a:ext cx="8009202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35DC24-526C-81F8-9DF8-B4931FBA56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0A610B-7A81-4CE3-8162-236A689A50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74F3D-42E0-4A72-BB15-FEEFA00A8C87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C8B893-20FE-1DC2-8F96-2232DBE847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3A27C2-D6D6-6F76-9FF0-BED1550087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7E86D-A132-4DAF-B3FF-F7AA28123C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5575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57816-A24D-4928-AF2B-A04B375111FB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3245D-039D-4E3B-BE2B-5F0A4ACD7E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050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C36C1-1AD7-8D1F-9B03-52302DB1C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39BD8C-0934-EC8B-6A9F-06FDE5977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21564-BF1E-FC7D-BE53-3714FD25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BE0D-9C57-4A4A-94C6-190D92E06281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AD17B4-CE12-8515-519B-E4008F61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D18E9-07A6-4583-4A35-DF29E4DE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1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BB04B-6D01-7EA2-72F1-DD61A92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DDC3E-27C6-BA93-60A3-61CD2940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54F04-3728-E606-8FED-789E948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044A-2533-41FD-8279-E4D173C1F810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101A62-942C-3431-D03C-F157F8B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720CC7-B193-3E3D-83BB-C6ED9EF9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07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6D2AB-7132-ED33-0ACD-33A1E197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20E0E5-E9C0-DDD9-7BDF-74C73560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9915F-A3DD-9A69-00A9-5807008B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C53B0-D1DB-4D1F-A664-FEA166BEF522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4F1892-E061-C6E2-A319-D8EBBFBB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A92DC-FE14-77D5-39CA-88BBC855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07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2C28C-DE16-62FA-327B-67126467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FE5EA-4F59-9E2B-F690-B7FE7FD34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F252E-CAE0-2848-9989-9C98F0DDD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C828E5-D6C5-29D5-6523-3BD653C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612F-9D4B-466C-834E-7C95B1A5DE4D}" type="datetime1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9C4D04-23F4-BC1C-B6ED-54A322E9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076ED7-DC2F-0E0F-12E7-00F1DA8A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3822B-1EB9-3215-0732-CB3CAC5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C3425C-4D24-BAB7-AB53-3D9A891A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29008F-0C61-BC25-11BD-7314EAD9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4CDB09-6C7D-92EB-87AC-4E64299C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A6203B-AFB0-A852-A84C-8020861D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BBE282-91B0-02AE-F20A-6CC7F5FF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7E8F-95CB-46F2-8677-85001041AD07}" type="datetime1">
              <a:rPr lang="ru-RU" smtClean="0"/>
              <a:t>04.04.2026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A05C2A-72A0-1FCA-E6C9-2CB952F0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70865E-E2C3-DAC0-7A8C-72228928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14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621D1-E920-D0CD-87BE-844FEE5A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59F917-CF64-5A0A-4F31-4B054A11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0D01A-1328-4A18-B583-F796910629F0}" type="datetime1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1EC542-267E-A4C8-F432-DA24A40D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ED4A9A-A575-92E1-5808-2E0007D7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5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C405B6-C6A6-B20E-C370-9D89480F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EF01-3957-49F2-815F-AECFA400DBB2}" type="datetime1">
              <a:rPr lang="ru-RU" smtClean="0"/>
              <a:t>04.04.2026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73FEC4-2D7A-7FAB-DA19-5FB736FC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535002-6C3B-4E65-AFD0-D464CE2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82E0-CD1E-040D-7A8A-ED961B21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B3543-0AFC-C08D-DF96-946E2F37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384543-2E96-47A0-A1B8-08132EE6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FE56B1-B694-CAD3-1A22-AEE2B6A3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F73A-AC30-4448-B85F-CA5236BC677E}" type="datetime1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39B09F-ECE7-EEB7-B962-66844EC8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557079-7959-6EFE-0D56-9AC2781F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1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26988-4D77-5F58-447A-C434EC99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CA606C-2A1D-2841-6C76-09D38C157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0280A7-F4F5-1E1B-193C-5333DE89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742C2-4378-0AA9-7C2D-5F47DF09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CC2C-8EF1-48E0-9F1D-D31B13BA9AFC}" type="datetime1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2E16C7-D709-0D24-CC31-13172518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6B92D6-DFC8-F887-5969-A7E5027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46A0-FB3A-BE74-05CE-FE945A39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0F3133-0054-62AC-0C86-3D7D94734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A1D06-BFEB-C213-80F6-5B763AAC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4ADA-5C49-4457-9C64-C5E995B2258C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8CF4E-F83E-E085-B869-D2BA7BA1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D2959-0BE3-8205-502E-6B0326B7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4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793FBD-5427-0386-FE69-EFDE31D57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5D49B1-5394-3A09-5413-5319761A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82F87-FF73-F636-18F7-E81A5380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9945-B288-4FDB-8BDE-696B848C8FC9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082C1-6CEE-AAF2-78EF-79B6886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CC4B1-2D76-6C8F-5A97-7C122EC3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68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17D05-3AA9-AC16-7563-FFB400EE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D8271-ED53-3766-4F3F-3E728D59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BBEB4-08A4-998A-F714-F9E5495CD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893FB-03B3-4BE3-8C90-CAF7A0E00136}" type="datetime1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F291C-070A-CD5A-1DBB-A02B59B3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24A5A-5795-1AE3-28B4-13ABFA75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01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1803348" y="1162798"/>
            <a:ext cx="8184714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квантовых информационных технологий, практической и прикладной информатики (КИТППИ)</a:t>
            </a:r>
            <a:endParaRPr lang="ru-RU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>
            <a:cxnSpLocks/>
          </p:cNvCxnSpPr>
          <p:nvPr/>
        </p:nvCxnSpPr>
        <p:spPr>
          <a:xfrm>
            <a:off x="2568102" y="3086402"/>
            <a:ext cx="71498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>
            <a:cxnSpLocks/>
          </p:cNvCxnSpPr>
          <p:nvPr/>
        </p:nvCxnSpPr>
        <p:spPr>
          <a:xfrm>
            <a:off x="2568102" y="2324153"/>
            <a:ext cx="70428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4589629" y="3244334"/>
            <a:ext cx="30127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</a:t>
            </a:r>
            <a:r>
              <a:rPr lang="ru-RU" b="1">
                <a:latin typeface="Times New Roman" panose="02020603050405020304" pitchFamily="18" charset="0"/>
                <a:ea typeface="Times New Roman" panose="02020603050405020304" pitchFamily="18" charset="0"/>
              </a:rPr>
              <a:t>№12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609599" y="368738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«Единая система программной документации»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42F2E6-8354-45B7-A719-95B393BC4A5D}"/>
              </a:ext>
            </a:extLst>
          </p:cNvPr>
          <p:cNvSpPr/>
          <p:nvPr/>
        </p:nvSpPr>
        <p:spPr>
          <a:xfrm>
            <a:off x="9337648" y="5695203"/>
            <a:ext cx="26588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Преподаватель</a:t>
            </a: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Зубков М.В.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1968433" y="4207738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ИКМО-03-25 Фомичев Роман Алексеевич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C436042-EF8C-4FD9-8B52-6F6FF1D430A8}"/>
              </a:ext>
            </a:extLst>
          </p:cNvPr>
          <p:cNvSpPr/>
          <p:nvPr/>
        </p:nvSpPr>
        <p:spPr>
          <a:xfrm>
            <a:off x="4576680" y="6301800"/>
            <a:ext cx="25171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Times New Roman"/>
              </a:rPr>
              <a:t>Москва, 2026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7835E5-B31F-5CC9-3E51-93560E897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FC133-3650-8BEA-CEED-9366C8B7E9C2}"/>
              </a:ext>
            </a:extLst>
          </p:cNvPr>
          <p:cNvSpPr txBox="1"/>
          <p:nvPr/>
        </p:nvSpPr>
        <p:spPr>
          <a:xfrm>
            <a:off x="1721796" y="136525"/>
            <a:ext cx="83171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effectLst/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Единая система программной документации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5E49B598-51A4-0343-ED86-CC277742D8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9387953"/>
              </p:ext>
            </p:extLst>
          </p:nvPr>
        </p:nvGraphicFramePr>
        <p:xfrm>
          <a:off x="2201152" y="1634248"/>
          <a:ext cx="7351409" cy="4358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413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5E8FE-EB3D-4D48-9166-D0FA3060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018CA1-954E-1989-41D2-F4DE2B2C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38E74-455B-C9DE-4A65-D181B1775AE0}"/>
              </a:ext>
            </a:extLst>
          </p:cNvPr>
          <p:cNvSpPr txBox="1"/>
          <p:nvPr/>
        </p:nvSpPr>
        <p:spPr>
          <a:xfrm>
            <a:off x="2302618" y="136525"/>
            <a:ext cx="75867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effectLst/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ГОСТ 19.101-77: Виды программ и программных документов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C7FE6D93-41D0-A92F-90FF-7C4FFCAB76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396231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586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A2BC3-9364-2964-6191-EAD0DCF4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AA49DD1-9059-C5BD-69D4-F6900D62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03FE0-2D98-028D-DB21-129C145F1500}"/>
              </a:ext>
            </a:extLst>
          </p:cNvPr>
          <p:cNvSpPr txBox="1"/>
          <p:nvPr/>
        </p:nvSpPr>
        <p:spPr>
          <a:xfrm>
            <a:off x="2302618" y="136525"/>
            <a:ext cx="75867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effectLst/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Сопровождение программного продукта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0A838861-0043-FBB1-9CCD-E0F5639CC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5814143"/>
              </p:ext>
            </p:extLst>
          </p:nvPr>
        </p:nvGraphicFramePr>
        <p:xfrm>
          <a:off x="595007" y="388769"/>
          <a:ext cx="11001983" cy="6332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801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B3A46-9B93-5E10-EC0E-2AABCBBE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1938D32-17F8-EB1B-DC0E-8C84E5B1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36DDAD-257F-0506-243B-5BDFC8D359AB}"/>
              </a:ext>
            </a:extLst>
          </p:cNvPr>
          <p:cNvSpPr txBox="1"/>
          <p:nvPr/>
        </p:nvSpPr>
        <p:spPr>
          <a:xfrm>
            <a:off x="2302618" y="136525"/>
            <a:ext cx="7586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effectLst/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ГОСТ 19.102-77: Стадии разработки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C6548229-0CB4-6A81-7173-1497175FD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3422299"/>
              </p:ext>
            </p:extLst>
          </p:nvPr>
        </p:nvGraphicFramePr>
        <p:xfrm>
          <a:off x="2031999" y="86026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769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DA4D-4CFA-10B4-C15F-2503F0D8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8FF406-1D62-3D4F-64A7-07434B23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2F54D-922D-A9ED-2DEC-D686DA5B5C77}"/>
              </a:ext>
            </a:extLst>
          </p:cNvPr>
          <p:cNvSpPr txBox="1"/>
          <p:nvPr/>
        </p:nvSpPr>
        <p:spPr>
          <a:xfrm>
            <a:off x="2302618" y="136525"/>
            <a:ext cx="7586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effectLst/>
                <a:latin typeface="Calibri" panose="020F0502020204030204" pitchFamily="34" charset="0"/>
                <a:ea typeface="Droid Sans Fallback"/>
                <a:cs typeface="Calibri" panose="020F0502020204030204" pitchFamily="34" charset="0"/>
              </a:rPr>
              <a:t>Значение ЕСПД</a:t>
            </a:r>
            <a:endParaRPr lang="ru-RU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49B759F6-C4CF-E4A7-1FE1-B174E6396D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0055338"/>
              </p:ext>
            </p:extLst>
          </p:nvPr>
        </p:nvGraphicFramePr>
        <p:xfrm>
          <a:off x="2031999" y="86026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548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F655-84FC-D871-5908-9243EEAB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069662-0297-5A86-DE6D-4090E573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89A82-0597-B805-4E93-22168BC3488B}"/>
              </a:ext>
            </a:extLst>
          </p:cNvPr>
          <p:cNvSpPr txBox="1"/>
          <p:nvPr/>
        </p:nvSpPr>
        <p:spPr>
          <a:xfrm>
            <a:off x="3147597" y="447363"/>
            <a:ext cx="5896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/>
              <a:t>Список источников</a:t>
            </a:r>
            <a:endParaRPr lang="en-US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60BE7D-B22B-1F0B-3E81-801C5CA8A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100" y="1012955"/>
            <a:ext cx="1056979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ГОСТ 19.101-77. Единая система программной документации. Виды программ и программных документов. — М.: Госстандарт СССР, 1977.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ГОСТ 19.102-77. Единая система программной документации. Стадии разработки. — М.: Госстандарт СССР, 1977.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Липаев В. В. Программная инженерия: учебник для вузов. — М.: Высшая школа, 2001.Соммервилл И. Инженерия программного обеспечения. — М.: Вильямс, 2016.Pressman R.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Engineering: A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Practitioner’s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Approach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— New </a:t>
            </a:r>
            <a:r>
              <a:rPr kumimoji="0" lang="ru-RU" altLang="ru-RU" sz="28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York:McGraw-Hill</a:t>
            </a: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2014.</a:t>
            </a:r>
          </a:p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Официальный сайт Росстандарта — https://www.gost.ru</a:t>
            </a:r>
          </a:p>
        </p:txBody>
      </p:sp>
    </p:spTree>
    <p:extLst>
      <p:ext uri="{BB962C8B-B14F-4D97-AF65-F5344CB8AC3E}">
        <p14:creationId xmlns:p14="http://schemas.microsoft.com/office/powerpoint/2010/main" val="31531719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243</Words>
  <Application>Microsoft Office PowerPoint</Application>
  <PresentationFormat>Широкоэкранный</PresentationFormat>
  <Paragraphs>50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111</cp:revision>
  <dcterms:created xsi:type="dcterms:W3CDTF">2025-05-19T05:14:50Z</dcterms:created>
  <dcterms:modified xsi:type="dcterms:W3CDTF">2026-04-04T12:30:18Z</dcterms:modified>
</cp:coreProperties>
</file>