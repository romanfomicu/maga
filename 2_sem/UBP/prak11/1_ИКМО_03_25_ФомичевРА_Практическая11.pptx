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6" r:id="rId2"/>
    <p:sldId id="258" r:id="rId3"/>
    <p:sldId id="259" r:id="rId4"/>
    <p:sldId id="260" r:id="rId5"/>
    <p:sldId id="262" r:id="rId6"/>
    <p:sldId id="263" r:id="rId7"/>
    <p:sldId id="264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08" autoAdjust="0"/>
    <p:restoredTop sz="94660"/>
  </p:normalViewPr>
  <p:slideViewPr>
    <p:cSldViewPr snapToGrid="0">
      <p:cViewPr varScale="1">
        <p:scale>
          <a:sx n="77" d="100"/>
          <a:sy n="77" d="100"/>
        </p:scale>
        <p:origin x="82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CDD32A9-7237-4895-B7B7-7F43B94A5A25}" type="doc">
      <dgm:prSet loTypeId="urn:microsoft.com/office/officeart/2005/8/layout/StepDown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E3676F15-B2C7-4090-A08D-50FDA2DD6DDA}">
      <dgm:prSet phldrT="[Текст]" phldr="0"/>
      <dgm:spPr/>
      <dgm:t>
        <a:bodyPr/>
        <a:lstStyle/>
        <a:p>
          <a:r>
            <a:rPr lang="ru-RU" dirty="0"/>
            <a:t>Определить вид деятельности</a:t>
          </a:r>
        </a:p>
      </dgm:t>
    </dgm:pt>
    <dgm:pt modelId="{1DD63D7A-C8C9-4DB3-B0A9-FA689CF58BE8}" type="parTrans" cxnId="{6658C913-A40D-4771-BB25-C11AA6E4217E}">
      <dgm:prSet/>
      <dgm:spPr/>
      <dgm:t>
        <a:bodyPr/>
        <a:lstStyle/>
        <a:p>
          <a:endParaRPr lang="ru-RU"/>
        </a:p>
      </dgm:t>
    </dgm:pt>
    <dgm:pt modelId="{ABA16CCF-1237-4E95-960C-D536997BDED6}" type="sibTrans" cxnId="{6658C913-A40D-4771-BB25-C11AA6E4217E}">
      <dgm:prSet/>
      <dgm:spPr/>
      <dgm:t>
        <a:bodyPr/>
        <a:lstStyle/>
        <a:p>
          <a:endParaRPr lang="ru-RU"/>
        </a:p>
      </dgm:t>
    </dgm:pt>
    <dgm:pt modelId="{E7B7843D-7201-407D-86E8-E72C11C01321}">
      <dgm:prSet phldrT="[Текст]" phldr="0"/>
      <dgm:spPr/>
      <dgm:t>
        <a:bodyPr/>
        <a:lstStyle/>
        <a:p>
          <a:r>
            <a:rPr lang="ru-RU" dirty="0"/>
            <a:t>Распределить затраты </a:t>
          </a:r>
          <a:r>
            <a:rPr lang="ru-RU"/>
            <a:t>на них</a:t>
          </a:r>
          <a:endParaRPr lang="ru-RU" dirty="0"/>
        </a:p>
      </dgm:t>
    </dgm:pt>
    <dgm:pt modelId="{DBDA607C-1D21-4280-95C4-0090C39A17FC}" type="parTrans" cxnId="{9488BEF8-F785-4DB4-AE40-8706B83FD951}">
      <dgm:prSet/>
      <dgm:spPr/>
      <dgm:t>
        <a:bodyPr/>
        <a:lstStyle/>
        <a:p>
          <a:endParaRPr lang="ru-RU"/>
        </a:p>
      </dgm:t>
    </dgm:pt>
    <dgm:pt modelId="{209E1609-BCA3-4922-BB1E-0343F745323F}" type="sibTrans" cxnId="{9488BEF8-F785-4DB4-AE40-8706B83FD951}">
      <dgm:prSet/>
      <dgm:spPr/>
      <dgm:t>
        <a:bodyPr/>
        <a:lstStyle/>
        <a:p>
          <a:endParaRPr lang="ru-RU"/>
        </a:p>
      </dgm:t>
    </dgm:pt>
    <dgm:pt modelId="{010258D3-10F3-4AE5-BF32-7451648CEE46}">
      <dgm:prSet phldrT="[Текст]" phldr="0"/>
      <dgm:spPr/>
      <dgm:t>
        <a:bodyPr/>
        <a:lstStyle/>
        <a:p>
          <a:r>
            <a:rPr lang="ru-RU" dirty="0"/>
            <a:t>Отнести затраты на продукты</a:t>
          </a:r>
          <a:r>
            <a:rPr lang="en-US"/>
            <a:t>/</a:t>
          </a:r>
          <a:r>
            <a:rPr lang="ru-RU"/>
            <a:t>услуги</a:t>
          </a:r>
          <a:endParaRPr lang="ru-RU" dirty="0"/>
        </a:p>
      </dgm:t>
    </dgm:pt>
    <dgm:pt modelId="{ACD0FDA7-6E64-4355-9EED-AA2BB613E9AF}" type="parTrans" cxnId="{41B4BC35-DB43-4647-B9CE-E8FF92A253A7}">
      <dgm:prSet/>
      <dgm:spPr/>
      <dgm:t>
        <a:bodyPr/>
        <a:lstStyle/>
        <a:p>
          <a:endParaRPr lang="ru-RU"/>
        </a:p>
      </dgm:t>
    </dgm:pt>
    <dgm:pt modelId="{C5145DB2-8A34-4C46-887D-E5E2CE815834}" type="sibTrans" cxnId="{41B4BC35-DB43-4647-B9CE-E8FF92A253A7}">
      <dgm:prSet/>
      <dgm:spPr/>
      <dgm:t>
        <a:bodyPr/>
        <a:lstStyle/>
        <a:p>
          <a:endParaRPr lang="ru-RU"/>
        </a:p>
      </dgm:t>
    </dgm:pt>
    <dgm:pt modelId="{F036E749-ACDE-4D8C-B186-E41824AF5EF3}" type="pres">
      <dgm:prSet presAssocID="{6CDD32A9-7237-4895-B7B7-7F43B94A5A25}" presName="rootnode" presStyleCnt="0">
        <dgm:presLayoutVars>
          <dgm:chMax/>
          <dgm:chPref/>
          <dgm:dir/>
          <dgm:animLvl val="lvl"/>
        </dgm:presLayoutVars>
      </dgm:prSet>
      <dgm:spPr/>
    </dgm:pt>
    <dgm:pt modelId="{3A310097-2804-430D-9244-DF2831FBC26E}" type="pres">
      <dgm:prSet presAssocID="{E3676F15-B2C7-4090-A08D-50FDA2DD6DDA}" presName="composite" presStyleCnt="0"/>
      <dgm:spPr/>
    </dgm:pt>
    <dgm:pt modelId="{B554D38E-8344-4D14-9991-57B41796F1DA}" type="pres">
      <dgm:prSet presAssocID="{E3676F15-B2C7-4090-A08D-50FDA2DD6DDA}" presName="bentUpArrow1" presStyleLbl="alignImgPlace1" presStyleIdx="0" presStyleCnt="2"/>
      <dgm:spPr/>
    </dgm:pt>
    <dgm:pt modelId="{F3ABED48-95B0-41BB-9344-6F8D26994648}" type="pres">
      <dgm:prSet presAssocID="{E3676F15-B2C7-4090-A08D-50FDA2DD6DDA}" presName="ParentText" presStyleLbl="node1" presStyleIdx="0" presStyleCnt="3">
        <dgm:presLayoutVars>
          <dgm:chMax val="1"/>
          <dgm:chPref val="1"/>
          <dgm:bulletEnabled val="1"/>
        </dgm:presLayoutVars>
      </dgm:prSet>
      <dgm:spPr/>
    </dgm:pt>
    <dgm:pt modelId="{75FC1E69-0D0A-4DF8-A95E-F6EECDEAD3D5}" type="pres">
      <dgm:prSet presAssocID="{E3676F15-B2C7-4090-A08D-50FDA2DD6DDA}" presName="ChildText" presStyleLbl="revTx" presStyleIdx="0" presStyleCnt="2">
        <dgm:presLayoutVars>
          <dgm:chMax val="0"/>
          <dgm:chPref val="0"/>
          <dgm:bulletEnabled val="1"/>
        </dgm:presLayoutVars>
      </dgm:prSet>
      <dgm:spPr/>
    </dgm:pt>
    <dgm:pt modelId="{31FF7172-C343-4FF7-8E16-CE40DF073590}" type="pres">
      <dgm:prSet presAssocID="{ABA16CCF-1237-4E95-960C-D536997BDED6}" presName="sibTrans" presStyleCnt="0"/>
      <dgm:spPr/>
    </dgm:pt>
    <dgm:pt modelId="{1BD7B4A7-E6D8-45D1-9735-70B9F306557C}" type="pres">
      <dgm:prSet presAssocID="{E7B7843D-7201-407D-86E8-E72C11C01321}" presName="composite" presStyleCnt="0"/>
      <dgm:spPr/>
    </dgm:pt>
    <dgm:pt modelId="{F0DBBF27-9BE4-4139-8850-E2BD87916259}" type="pres">
      <dgm:prSet presAssocID="{E7B7843D-7201-407D-86E8-E72C11C01321}" presName="bentUpArrow1" presStyleLbl="alignImgPlace1" presStyleIdx="1" presStyleCnt="2"/>
      <dgm:spPr/>
    </dgm:pt>
    <dgm:pt modelId="{B9040C0C-6E87-4443-A424-B7B2567D76A2}" type="pres">
      <dgm:prSet presAssocID="{E7B7843D-7201-407D-86E8-E72C11C01321}" presName="ParentText" presStyleLbl="node1" presStyleIdx="1" presStyleCnt="3">
        <dgm:presLayoutVars>
          <dgm:chMax val="1"/>
          <dgm:chPref val="1"/>
          <dgm:bulletEnabled val="1"/>
        </dgm:presLayoutVars>
      </dgm:prSet>
      <dgm:spPr/>
    </dgm:pt>
    <dgm:pt modelId="{C1CA490C-70EA-4DB5-8B7F-04FD63EC4FD1}" type="pres">
      <dgm:prSet presAssocID="{E7B7843D-7201-407D-86E8-E72C11C01321}" presName="ChildText" presStyleLbl="revTx" presStyleIdx="1" presStyleCnt="2">
        <dgm:presLayoutVars>
          <dgm:chMax val="0"/>
          <dgm:chPref val="0"/>
          <dgm:bulletEnabled val="1"/>
        </dgm:presLayoutVars>
      </dgm:prSet>
      <dgm:spPr/>
    </dgm:pt>
    <dgm:pt modelId="{642C905C-5949-4C19-9559-6461ED7EF2FC}" type="pres">
      <dgm:prSet presAssocID="{209E1609-BCA3-4922-BB1E-0343F745323F}" presName="sibTrans" presStyleCnt="0"/>
      <dgm:spPr/>
    </dgm:pt>
    <dgm:pt modelId="{4CD40586-FFDC-4B54-BAC7-A958264E1A24}" type="pres">
      <dgm:prSet presAssocID="{010258D3-10F3-4AE5-BF32-7451648CEE46}" presName="composite" presStyleCnt="0"/>
      <dgm:spPr/>
    </dgm:pt>
    <dgm:pt modelId="{B4247301-ECBD-4B91-8B4F-C80C34CAA215}" type="pres">
      <dgm:prSet presAssocID="{010258D3-10F3-4AE5-BF32-7451648CEE46}" presName="ParentText" presStyleLbl="node1" presStyleIdx="2" presStyleCnt="3">
        <dgm:presLayoutVars>
          <dgm:chMax val="1"/>
          <dgm:chPref val="1"/>
          <dgm:bulletEnabled val="1"/>
        </dgm:presLayoutVars>
      </dgm:prSet>
      <dgm:spPr/>
    </dgm:pt>
  </dgm:ptLst>
  <dgm:cxnLst>
    <dgm:cxn modelId="{6658C913-A40D-4771-BB25-C11AA6E4217E}" srcId="{6CDD32A9-7237-4895-B7B7-7F43B94A5A25}" destId="{E3676F15-B2C7-4090-A08D-50FDA2DD6DDA}" srcOrd="0" destOrd="0" parTransId="{1DD63D7A-C8C9-4DB3-B0A9-FA689CF58BE8}" sibTransId="{ABA16CCF-1237-4E95-960C-D536997BDED6}"/>
    <dgm:cxn modelId="{15B37233-E833-4164-98FC-8C81533FAB8C}" type="presOf" srcId="{010258D3-10F3-4AE5-BF32-7451648CEE46}" destId="{B4247301-ECBD-4B91-8B4F-C80C34CAA215}" srcOrd="0" destOrd="0" presId="urn:microsoft.com/office/officeart/2005/8/layout/StepDownProcess"/>
    <dgm:cxn modelId="{41B4BC35-DB43-4647-B9CE-E8FF92A253A7}" srcId="{6CDD32A9-7237-4895-B7B7-7F43B94A5A25}" destId="{010258D3-10F3-4AE5-BF32-7451648CEE46}" srcOrd="2" destOrd="0" parTransId="{ACD0FDA7-6E64-4355-9EED-AA2BB613E9AF}" sibTransId="{C5145DB2-8A34-4C46-887D-E5E2CE815834}"/>
    <dgm:cxn modelId="{F0CECD56-E46A-46B6-871F-8D42CD23CC12}" type="presOf" srcId="{E3676F15-B2C7-4090-A08D-50FDA2DD6DDA}" destId="{F3ABED48-95B0-41BB-9344-6F8D26994648}" srcOrd="0" destOrd="0" presId="urn:microsoft.com/office/officeart/2005/8/layout/StepDownProcess"/>
    <dgm:cxn modelId="{C660E97E-A596-4B80-83DF-CC4092DA07A0}" type="presOf" srcId="{E7B7843D-7201-407D-86E8-E72C11C01321}" destId="{B9040C0C-6E87-4443-A424-B7B2567D76A2}" srcOrd="0" destOrd="0" presId="urn:microsoft.com/office/officeart/2005/8/layout/StepDownProcess"/>
    <dgm:cxn modelId="{9210CE9E-A409-40DB-88E0-009CD1DEDA20}" type="presOf" srcId="{6CDD32A9-7237-4895-B7B7-7F43B94A5A25}" destId="{F036E749-ACDE-4D8C-B186-E41824AF5EF3}" srcOrd="0" destOrd="0" presId="urn:microsoft.com/office/officeart/2005/8/layout/StepDownProcess"/>
    <dgm:cxn modelId="{9488BEF8-F785-4DB4-AE40-8706B83FD951}" srcId="{6CDD32A9-7237-4895-B7B7-7F43B94A5A25}" destId="{E7B7843D-7201-407D-86E8-E72C11C01321}" srcOrd="1" destOrd="0" parTransId="{DBDA607C-1D21-4280-95C4-0090C39A17FC}" sibTransId="{209E1609-BCA3-4922-BB1E-0343F745323F}"/>
    <dgm:cxn modelId="{2BB973BF-32A3-4DA7-8371-B38FD1C81198}" type="presParOf" srcId="{F036E749-ACDE-4D8C-B186-E41824AF5EF3}" destId="{3A310097-2804-430D-9244-DF2831FBC26E}" srcOrd="0" destOrd="0" presId="urn:microsoft.com/office/officeart/2005/8/layout/StepDownProcess"/>
    <dgm:cxn modelId="{50E1CC1D-0E85-417E-BA3A-728B184AA54E}" type="presParOf" srcId="{3A310097-2804-430D-9244-DF2831FBC26E}" destId="{B554D38E-8344-4D14-9991-57B41796F1DA}" srcOrd="0" destOrd="0" presId="urn:microsoft.com/office/officeart/2005/8/layout/StepDownProcess"/>
    <dgm:cxn modelId="{14E68528-2595-4DB8-ABB7-5D6C80430A9F}" type="presParOf" srcId="{3A310097-2804-430D-9244-DF2831FBC26E}" destId="{F3ABED48-95B0-41BB-9344-6F8D26994648}" srcOrd="1" destOrd="0" presId="urn:microsoft.com/office/officeart/2005/8/layout/StepDownProcess"/>
    <dgm:cxn modelId="{EC464651-7479-4572-8437-B26CFF2FF5BB}" type="presParOf" srcId="{3A310097-2804-430D-9244-DF2831FBC26E}" destId="{75FC1E69-0D0A-4DF8-A95E-F6EECDEAD3D5}" srcOrd="2" destOrd="0" presId="urn:microsoft.com/office/officeart/2005/8/layout/StepDownProcess"/>
    <dgm:cxn modelId="{B5D579E0-E62D-4F7A-9B61-E55D1F9741F1}" type="presParOf" srcId="{F036E749-ACDE-4D8C-B186-E41824AF5EF3}" destId="{31FF7172-C343-4FF7-8E16-CE40DF073590}" srcOrd="1" destOrd="0" presId="urn:microsoft.com/office/officeart/2005/8/layout/StepDownProcess"/>
    <dgm:cxn modelId="{AF8BF514-47A3-47D2-A3A4-5A9E37B8F43B}" type="presParOf" srcId="{F036E749-ACDE-4D8C-B186-E41824AF5EF3}" destId="{1BD7B4A7-E6D8-45D1-9735-70B9F306557C}" srcOrd="2" destOrd="0" presId="urn:microsoft.com/office/officeart/2005/8/layout/StepDownProcess"/>
    <dgm:cxn modelId="{76F539FC-8945-4B0E-BDC6-994B1D97067D}" type="presParOf" srcId="{1BD7B4A7-E6D8-45D1-9735-70B9F306557C}" destId="{F0DBBF27-9BE4-4139-8850-E2BD87916259}" srcOrd="0" destOrd="0" presId="urn:microsoft.com/office/officeart/2005/8/layout/StepDownProcess"/>
    <dgm:cxn modelId="{C3B765E1-FFE8-4E5F-A3D8-B315926A4BD7}" type="presParOf" srcId="{1BD7B4A7-E6D8-45D1-9735-70B9F306557C}" destId="{B9040C0C-6E87-4443-A424-B7B2567D76A2}" srcOrd="1" destOrd="0" presId="urn:microsoft.com/office/officeart/2005/8/layout/StepDownProcess"/>
    <dgm:cxn modelId="{30E8647A-C59F-4952-8117-B28DA0178A0D}" type="presParOf" srcId="{1BD7B4A7-E6D8-45D1-9735-70B9F306557C}" destId="{C1CA490C-70EA-4DB5-8B7F-04FD63EC4FD1}" srcOrd="2" destOrd="0" presId="urn:microsoft.com/office/officeart/2005/8/layout/StepDownProcess"/>
    <dgm:cxn modelId="{B65894D1-86D0-4E6A-82BE-D8CE95997CC4}" type="presParOf" srcId="{F036E749-ACDE-4D8C-B186-E41824AF5EF3}" destId="{642C905C-5949-4C19-9559-6461ED7EF2FC}" srcOrd="3" destOrd="0" presId="urn:microsoft.com/office/officeart/2005/8/layout/StepDownProcess"/>
    <dgm:cxn modelId="{F2588FC1-BE76-401B-8D6B-94382243CD7E}" type="presParOf" srcId="{F036E749-ACDE-4D8C-B186-E41824AF5EF3}" destId="{4CD40586-FFDC-4B54-BAC7-A958264E1A24}" srcOrd="4" destOrd="0" presId="urn:microsoft.com/office/officeart/2005/8/layout/StepDownProcess"/>
    <dgm:cxn modelId="{CE2145A2-3F84-4D40-B911-642EC3A974F6}" type="presParOf" srcId="{4CD40586-FFDC-4B54-BAC7-A958264E1A24}" destId="{B4247301-ECBD-4B91-8B4F-C80C34CAA215}" srcOrd="0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CDD32A9-7237-4895-B7B7-7F43B94A5A25}" type="doc">
      <dgm:prSet loTypeId="urn:microsoft.com/office/officeart/2005/8/layout/StepDown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E3676F15-B2C7-4090-A08D-50FDA2DD6DDA}">
      <dgm:prSet phldrT="[Текст]" phldr="0"/>
      <dgm:spPr/>
      <dgm:t>
        <a:bodyPr/>
        <a:lstStyle/>
        <a:p>
          <a:r>
            <a:rPr lang="ru-RU" dirty="0"/>
            <a:t>Посчитать количество </a:t>
          </a:r>
          <a:r>
            <a:rPr lang="ru-RU" dirty="0" err="1"/>
            <a:t>трудочасов</a:t>
          </a:r>
          <a:endParaRPr lang="ru-RU" dirty="0"/>
        </a:p>
      </dgm:t>
    </dgm:pt>
    <dgm:pt modelId="{1DD63D7A-C8C9-4DB3-B0A9-FA689CF58BE8}" type="parTrans" cxnId="{6658C913-A40D-4771-BB25-C11AA6E4217E}">
      <dgm:prSet/>
      <dgm:spPr/>
      <dgm:t>
        <a:bodyPr/>
        <a:lstStyle/>
        <a:p>
          <a:endParaRPr lang="ru-RU"/>
        </a:p>
      </dgm:t>
    </dgm:pt>
    <dgm:pt modelId="{ABA16CCF-1237-4E95-960C-D536997BDED6}" type="sibTrans" cxnId="{6658C913-A40D-4771-BB25-C11AA6E4217E}">
      <dgm:prSet/>
      <dgm:spPr/>
      <dgm:t>
        <a:bodyPr/>
        <a:lstStyle/>
        <a:p>
          <a:endParaRPr lang="ru-RU"/>
        </a:p>
      </dgm:t>
    </dgm:pt>
    <dgm:pt modelId="{010258D3-10F3-4AE5-BF32-7451648CEE46}">
      <dgm:prSet phldrT="[Текст]" phldr="0"/>
      <dgm:spPr/>
      <dgm:t>
        <a:bodyPr/>
        <a:lstStyle/>
        <a:p>
          <a:r>
            <a:rPr lang="ru-RU" dirty="0"/>
            <a:t>Отнести затраты на продукты</a:t>
          </a:r>
          <a:r>
            <a:rPr lang="en-US" dirty="0"/>
            <a:t>/</a:t>
          </a:r>
          <a:r>
            <a:rPr lang="ru-RU" dirty="0"/>
            <a:t>услуги</a:t>
          </a:r>
        </a:p>
      </dgm:t>
    </dgm:pt>
    <dgm:pt modelId="{ACD0FDA7-6E64-4355-9EED-AA2BB613E9AF}" type="parTrans" cxnId="{41B4BC35-DB43-4647-B9CE-E8FF92A253A7}">
      <dgm:prSet/>
      <dgm:spPr/>
      <dgm:t>
        <a:bodyPr/>
        <a:lstStyle/>
        <a:p>
          <a:endParaRPr lang="ru-RU"/>
        </a:p>
      </dgm:t>
    </dgm:pt>
    <dgm:pt modelId="{C5145DB2-8A34-4C46-887D-E5E2CE815834}" type="sibTrans" cxnId="{41B4BC35-DB43-4647-B9CE-E8FF92A253A7}">
      <dgm:prSet/>
      <dgm:spPr/>
      <dgm:t>
        <a:bodyPr/>
        <a:lstStyle/>
        <a:p>
          <a:endParaRPr lang="ru-RU"/>
        </a:p>
      </dgm:t>
    </dgm:pt>
    <dgm:pt modelId="{F036E749-ACDE-4D8C-B186-E41824AF5EF3}" type="pres">
      <dgm:prSet presAssocID="{6CDD32A9-7237-4895-B7B7-7F43B94A5A25}" presName="rootnode" presStyleCnt="0">
        <dgm:presLayoutVars>
          <dgm:chMax/>
          <dgm:chPref/>
          <dgm:dir/>
          <dgm:animLvl val="lvl"/>
        </dgm:presLayoutVars>
      </dgm:prSet>
      <dgm:spPr/>
    </dgm:pt>
    <dgm:pt modelId="{3A310097-2804-430D-9244-DF2831FBC26E}" type="pres">
      <dgm:prSet presAssocID="{E3676F15-B2C7-4090-A08D-50FDA2DD6DDA}" presName="composite" presStyleCnt="0"/>
      <dgm:spPr/>
    </dgm:pt>
    <dgm:pt modelId="{B554D38E-8344-4D14-9991-57B41796F1DA}" type="pres">
      <dgm:prSet presAssocID="{E3676F15-B2C7-4090-A08D-50FDA2DD6DDA}" presName="bentUpArrow1" presStyleLbl="alignImgPlace1" presStyleIdx="0" presStyleCnt="1"/>
      <dgm:spPr/>
    </dgm:pt>
    <dgm:pt modelId="{F3ABED48-95B0-41BB-9344-6F8D26994648}" type="pres">
      <dgm:prSet presAssocID="{E3676F15-B2C7-4090-A08D-50FDA2DD6DDA}" presName="ParentText" presStyleLbl="node1" presStyleIdx="0" presStyleCnt="2">
        <dgm:presLayoutVars>
          <dgm:chMax val="1"/>
          <dgm:chPref val="1"/>
          <dgm:bulletEnabled val="1"/>
        </dgm:presLayoutVars>
      </dgm:prSet>
      <dgm:spPr/>
    </dgm:pt>
    <dgm:pt modelId="{75FC1E69-0D0A-4DF8-A95E-F6EECDEAD3D5}" type="pres">
      <dgm:prSet presAssocID="{E3676F15-B2C7-4090-A08D-50FDA2DD6DDA}" presName="ChildText" presStyleLbl="revTx" presStyleIdx="0" presStyleCnt="1">
        <dgm:presLayoutVars>
          <dgm:chMax val="0"/>
          <dgm:chPref val="0"/>
          <dgm:bulletEnabled val="1"/>
        </dgm:presLayoutVars>
      </dgm:prSet>
      <dgm:spPr/>
    </dgm:pt>
    <dgm:pt modelId="{31FF7172-C343-4FF7-8E16-CE40DF073590}" type="pres">
      <dgm:prSet presAssocID="{ABA16CCF-1237-4E95-960C-D536997BDED6}" presName="sibTrans" presStyleCnt="0"/>
      <dgm:spPr/>
    </dgm:pt>
    <dgm:pt modelId="{4CD40586-FFDC-4B54-BAC7-A958264E1A24}" type="pres">
      <dgm:prSet presAssocID="{010258D3-10F3-4AE5-BF32-7451648CEE46}" presName="composite" presStyleCnt="0"/>
      <dgm:spPr/>
    </dgm:pt>
    <dgm:pt modelId="{B4247301-ECBD-4B91-8B4F-C80C34CAA215}" type="pres">
      <dgm:prSet presAssocID="{010258D3-10F3-4AE5-BF32-7451648CEE46}" presName="ParentText" presStyleLbl="node1" presStyleIdx="1" presStyleCnt="2">
        <dgm:presLayoutVars>
          <dgm:chMax val="1"/>
          <dgm:chPref val="1"/>
          <dgm:bulletEnabled val="1"/>
        </dgm:presLayoutVars>
      </dgm:prSet>
      <dgm:spPr/>
    </dgm:pt>
  </dgm:ptLst>
  <dgm:cxnLst>
    <dgm:cxn modelId="{6658C913-A40D-4771-BB25-C11AA6E4217E}" srcId="{6CDD32A9-7237-4895-B7B7-7F43B94A5A25}" destId="{E3676F15-B2C7-4090-A08D-50FDA2DD6DDA}" srcOrd="0" destOrd="0" parTransId="{1DD63D7A-C8C9-4DB3-B0A9-FA689CF58BE8}" sibTransId="{ABA16CCF-1237-4E95-960C-D536997BDED6}"/>
    <dgm:cxn modelId="{15B37233-E833-4164-98FC-8C81533FAB8C}" type="presOf" srcId="{010258D3-10F3-4AE5-BF32-7451648CEE46}" destId="{B4247301-ECBD-4B91-8B4F-C80C34CAA215}" srcOrd="0" destOrd="0" presId="urn:microsoft.com/office/officeart/2005/8/layout/StepDownProcess"/>
    <dgm:cxn modelId="{41B4BC35-DB43-4647-B9CE-E8FF92A253A7}" srcId="{6CDD32A9-7237-4895-B7B7-7F43B94A5A25}" destId="{010258D3-10F3-4AE5-BF32-7451648CEE46}" srcOrd="1" destOrd="0" parTransId="{ACD0FDA7-6E64-4355-9EED-AA2BB613E9AF}" sibTransId="{C5145DB2-8A34-4C46-887D-E5E2CE815834}"/>
    <dgm:cxn modelId="{F0CECD56-E46A-46B6-871F-8D42CD23CC12}" type="presOf" srcId="{E3676F15-B2C7-4090-A08D-50FDA2DD6DDA}" destId="{F3ABED48-95B0-41BB-9344-6F8D26994648}" srcOrd="0" destOrd="0" presId="urn:microsoft.com/office/officeart/2005/8/layout/StepDownProcess"/>
    <dgm:cxn modelId="{9210CE9E-A409-40DB-88E0-009CD1DEDA20}" type="presOf" srcId="{6CDD32A9-7237-4895-B7B7-7F43B94A5A25}" destId="{F036E749-ACDE-4D8C-B186-E41824AF5EF3}" srcOrd="0" destOrd="0" presId="urn:microsoft.com/office/officeart/2005/8/layout/StepDownProcess"/>
    <dgm:cxn modelId="{2BB973BF-32A3-4DA7-8371-B38FD1C81198}" type="presParOf" srcId="{F036E749-ACDE-4D8C-B186-E41824AF5EF3}" destId="{3A310097-2804-430D-9244-DF2831FBC26E}" srcOrd="0" destOrd="0" presId="urn:microsoft.com/office/officeart/2005/8/layout/StepDownProcess"/>
    <dgm:cxn modelId="{50E1CC1D-0E85-417E-BA3A-728B184AA54E}" type="presParOf" srcId="{3A310097-2804-430D-9244-DF2831FBC26E}" destId="{B554D38E-8344-4D14-9991-57B41796F1DA}" srcOrd="0" destOrd="0" presId="urn:microsoft.com/office/officeart/2005/8/layout/StepDownProcess"/>
    <dgm:cxn modelId="{14E68528-2595-4DB8-ABB7-5D6C80430A9F}" type="presParOf" srcId="{3A310097-2804-430D-9244-DF2831FBC26E}" destId="{F3ABED48-95B0-41BB-9344-6F8D26994648}" srcOrd="1" destOrd="0" presId="urn:microsoft.com/office/officeart/2005/8/layout/StepDownProcess"/>
    <dgm:cxn modelId="{EC464651-7479-4572-8437-B26CFF2FF5BB}" type="presParOf" srcId="{3A310097-2804-430D-9244-DF2831FBC26E}" destId="{75FC1E69-0D0A-4DF8-A95E-F6EECDEAD3D5}" srcOrd="2" destOrd="0" presId="urn:microsoft.com/office/officeart/2005/8/layout/StepDownProcess"/>
    <dgm:cxn modelId="{B5D579E0-E62D-4F7A-9B61-E55D1F9741F1}" type="presParOf" srcId="{F036E749-ACDE-4D8C-B186-E41824AF5EF3}" destId="{31FF7172-C343-4FF7-8E16-CE40DF073590}" srcOrd="1" destOrd="0" presId="urn:microsoft.com/office/officeart/2005/8/layout/StepDownProcess"/>
    <dgm:cxn modelId="{F2588FC1-BE76-401B-8D6B-94382243CD7E}" type="presParOf" srcId="{F036E749-ACDE-4D8C-B186-E41824AF5EF3}" destId="{4CD40586-FFDC-4B54-BAC7-A958264E1A24}" srcOrd="2" destOrd="0" presId="urn:microsoft.com/office/officeart/2005/8/layout/StepDownProcess"/>
    <dgm:cxn modelId="{CE2145A2-3F84-4D40-B911-642EC3A974F6}" type="presParOf" srcId="{4CD40586-FFDC-4B54-BAC7-A958264E1A24}" destId="{B4247301-ECBD-4B91-8B4F-C80C34CAA215}" srcOrd="0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C657BAB-8BBA-438C-AD2B-BC7FFBA5EFD4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17F15E32-F948-4958-AF34-A6FA5733FFC4}">
      <dgm:prSet phldrT="[Текст]" custT="1"/>
      <dgm:spPr/>
      <dgm:t>
        <a:bodyPr/>
        <a:lstStyle/>
        <a:p>
          <a:pPr>
            <a:buNone/>
          </a:pPr>
          <a:r>
            <a:rPr lang="ru-RU" sz="2400" dirty="0"/>
            <a:t>Деятельности </a:t>
          </a:r>
        </a:p>
      </dgm:t>
    </dgm:pt>
    <dgm:pt modelId="{2DB7C1D0-39BE-4216-A5E0-7650864674B6}" type="parTrans" cxnId="{5DECA908-D282-4A08-A682-C67F5A0EBABE}">
      <dgm:prSet/>
      <dgm:spPr/>
      <dgm:t>
        <a:bodyPr/>
        <a:lstStyle/>
        <a:p>
          <a:endParaRPr lang="ru-RU"/>
        </a:p>
      </dgm:t>
    </dgm:pt>
    <dgm:pt modelId="{471EA7C5-8D98-42ED-B7FD-F0969C2DE548}" type="sibTrans" cxnId="{5DECA908-D282-4A08-A682-C67F5A0EBABE}">
      <dgm:prSet/>
      <dgm:spPr/>
      <dgm:t>
        <a:bodyPr/>
        <a:lstStyle/>
        <a:p>
          <a:endParaRPr lang="ru-RU"/>
        </a:p>
      </dgm:t>
    </dgm:pt>
    <dgm:pt modelId="{FBD5F580-B955-4F1C-928A-350723AD39D2}">
      <dgm:prSet phldrT="[Текст]" phldr="0" custT="1"/>
      <dgm:spPr/>
      <dgm:t>
        <a:bodyPr/>
        <a:lstStyle/>
        <a:p>
          <a:pPr>
            <a:buNone/>
          </a:pPr>
          <a:r>
            <a:rPr lang="ru-RU" sz="2400" dirty="0"/>
            <a:t>процессы </a:t>
          </a:r>
        </a:p>
      </dgm:t>
    </dgm:pt>
    <dgm:pt modelId="{CD164A03-0884-4789-B0ED-F9585E78935A}" type="parTrans" cxnId="{22A62323-5A10-493E-BCE0-837C72C61CD8}">
      <dgm:prSet/>
      <dgm:spPr/>
      <dgm:t>
        <a:bodyPr/>
        <a:lstStyle/>
        <a:p>
          <a:endParaRPr lang="ru-RU"/>
        </a:p>
      </dgm:t>
    </dgm:pt>
    <dgm:pt modelId="{163D61F2-B26C-4932-AC51-88FD3E6DD786}" type="sibTrans" cxnId="{22A62323-5A10-493E-BCE0-837C72C61CD8}">
      <dgm:prSet/>
      <dgm:spPr/>
      <dgm:t>
        <a:bodyPr/>
        <a:lstStyle/>
        <a:p>
          <a:endParaRPr lang="ru-RU"/>
        </a:p>
      </dgm:t>
    </dgm:pt>
    <dgm:pt modelId="{95460BFA-5387-4A39-8E8A-6F2EE5ABD44B}">
      <dgm:prSet phldrT="[Текст]" custT="1"/>
      <dgm:spPr/>
      <dgm:t>
        <a:bodyPr/>
        <a:lstStyle/>
        <a:p>
          <a:pPr>
            <a:buNone/>
          </a:pPr>
          <a:r>
            <a:rPr lang="ru-RU" sz="2400" dirty="0"/>
            <a:t>операции</a:t>
          </a:r>
        </a:p>
      </dgm:t>
    </dgm:pt>
    <dgm:pt modelId="{F2D26D4A-85AF-4A92-9A5F-9A67EA0CFC74}" type="parTrans" cxnId="{D390628F-DB9B-4107-A05A-DB40DFE20C90}">
      <dgm:prSet/>
      <dgm:spPr/>
      <dgm:t>
        <a:bodyPr/>
        <a:lstStyle/>
        <a:p>
          <a:endParaRPr lang="ru-RU"/>
        </a:p>
      </dgm:t>
    </dgm:pt>
    <dgm:pt modelId="{B3F34405-30DF-495F-A797-54072B7CA3C6}" type="sibTrans" cxnId="{D390628F-DB9B-4107-A05A-DB40DFE20C90}">
      <dgm:prSet/>
      <dgm:spPr/>
      <dgm:t>
        <a:bodyPr/>
        <a:lstStyle/>
        <a:p>
          <a:endParaRPr lang="ru-RU"/>
        </a:p>
      </dgm:t>
    </dgm:pt>
    <dgm:pt modelId="{66E24A9F-0E83-49F4-9A2B-57429B04C927}">
      <dgm:prSet phldrT="[Текст]" custT="1"/>
      <dgm:spPr/>
      <dgm:t>
        <a:bodyPr/>
        <a:lstStyle/>
        <a:p>
          <a:pPr>
            <a:buNone/>
          </a:pPr>
          <a:r>
            <a:rPr lang="ru-RU" sz="2400" dirty="0"/>
            <a:t>Ресурсы </a:t>
          </a:r>
        </a:p>
      </dgm:t>
    </dgm:pt>
    <dgm:pt modelId="{CD27100D-15AC-4515-816B-ED964EF1332C}" type="parTrans" cxnId="{226B1D0A-C195-4ECF-BE1D-56F0658E8BCC}">
      <dgm:prSet/>
      <dgm:spPr/>
      <dgm:t>
        <a:bodyPr/>
        <a:lstStyle/>
        <a:p>
          <a:endParaRPr lang="ru-RU"/>
        </a:p>
      </dgm:t>
    </dgm:pt>
    <dgm:pt modelId="{A635707F-D674-42E7-889F-F0A70B02DE70}" type="sibTrans" cxnId="{226B1D0A-C195-4ECF-BE1D-56F0658E8BCC}">
      <dgm:prSet/>
      <dgm:spPr/>
      <dgm:t>
        <a:bodyPr/>
        <a:lstStyle/>
        <a:p>
          <a:endParaRPr lang="ru-RU"/>
        </a:p>
      </dgm:t>
    </dgm:pt>
    <dgm:pt modelId="{B2CC4A8E-E05F-4432-97E4-A63AF3E257D0}">
      <dgm:prSet phldrT="[Текст]" phldr="0" custT="1"/>
      <dgm:spPr/>
      <dgm:t>
        <a:bodyPr/>
        <a:lstStyle/>
        <a:p>
          <a:pPr>
            <a:buNone/>
          </a:pPr>
          <a:r>
            <a:rPr lang="ru-RU" sz="2400" dirty="0"/>
            <a:t>зарплата</a:t>
          </a:r>
        </a:p>
      </dgm:t>
    </dgm:pt>
    <dgm:pt modelId="{50CFF154-2A11-402B-AAB8-CF15A3BBCB2F}" type="parTrans" cxnId="{B213EB32-D091-4439-A781-2E3C7DF6C679}">
      <dgm:prSet/>
      <dgm:spPr/>
      <dgm:t>
        <a:bodyPr/>
        <a:lstStyle/>
        <a:p>
          <a:endParaRPr lang="ru-RU"/>
        </a:p>
      </dgm:t>
    </dgm:pt>
    <dgm:pt modelId="{0049BCF6-F011-4F97-B6EA-91C8348E0F25}" type="sibTrans" cxnId="{B213EB32-D091-4439-A781-2E3C7DF6C679}">
      <dgm:prSet/>
      <dgm:spPr/>
      <dgm:t>
        <a:bodyPr/>
        <a:lstStyle/>
        <a:p>
          <a:endParaRPr lang="ru-RU"/>
        </a:p>
      </dgm:t>
    </dgm:pt>
    <dgm:pt modelId="{BAEA8E71-90A5-4E5A-BC7A-8A99F0B6F8E0}">
      <dgm:prSet phldrT="[Текст]" custT="1"/>
      <dgm:spPr/>
      <dgm:t>
        <a:bodyPr/>
        <a:lstStyle/>
        <a:p>
          <a:pPr>
            <a:buNone/>
          </a:pPr>
          <a:r>
            <a:rPr lang="ru-RU" sz="2400" dirty="0"/>
            <a:t>Драйверы затрат </a:t>
          </a:r>
        </a:p>
      </dgm:t>
    </dgm:pt>
    <dgm:pt modelId="{19B06746-8610-44C4-B390-F5285ABC7572}" type="parTrans" cxnId="{4727317D-64D9-49ED-879D-C2A234E4A92F}">
      <dgm:prSet/>
      <dgm:spPr/>
      <dgm:t>
        <a:bodyPr/>
        <a:lstStyle/>
        <a:p>
          <a:endParaRPr lang="ru-RU"/>
        </a:p>
      </dgm:t>
    </dgm:pt>
    <dgm:pt modelId="{26991146-7A63-4F60-9D26-90B70C1906A5}" type="sibTrans" cxnId="{4727317D-64D9-49ED-879D-C2A234E4A92F}">
      <dgm:prSet/>
      <dgm:spPr/>
      <dgm:t>
        <a:bodyPr/>
        <a:lstStyle/>
        <a:p>
          <a:endParaRPr lang="ru-RU"/>
        </a:p>
      </dgm:t>
    </dgm:pt>
    <dgm:pt modelId="{D43ACDFF-0D8C-4EA2-A359-6E674BDFADA4}">
      <dgm:prSet phldrT="[Текст]" custT="1"/>
      <dgm:spPr/>
      <dgm:t>
        <a:bodyPr/>
        <a:lstStyle/>
        <a:p>
          <a:pPr>
            <a:buNone/>
          </a:pPr>
          <a:r>
            <a:rPr lang="ru-RU" sz="2400" dirty="0"/>
            <a:t>количество заказов </a:t>
          </a:r>
        </a:p>
      </dgm:t>
    </dgm:pt>
    <dgm:pt modelId="{0287ADDF-31FA-49FD-9F7F-69B7BF5A3307}" type="parTrans" cxnId="{312BD1F1-079E-4509-AA34-862046A86207}">
      <dgm:prSet/>
      <dgm:spPr/>
      <dgm:t>
        <a:bodyPr/>
        <a:lstStyle/>
        <a:p>
          <a:endParaRPr lang="ru-RU"/>
        </a:p>
      </dgm:t>
    </dgm:pt>
    <dgm:pt modelId="{26045E39-CB4E-4FA0-9B8A-98E8139A659A}" type="sibTrans" cxnId="{312BD1F1-079E-4509-AA34-862046A86207}">
      <dgm:prSet/>
      <dgm:spPr/>
      <dgm:t>
        <a:bodyPr/>
        <a:lstStyle/>
        <a:p>
          <a:endParaRPr lang="ru-RU"/>
        </a:p>
      </dgm:t>
    </dgm:pt>
    <dgm:pt modelId="{045CF08B-41B8-47BC-B2B4-BA514A1B18EB}">
      <dgm:prSet phldrT="[Текст]" custT="1"/>
      <dgm:spPr/>
      <dgm:t>
        <a:bodyPr/>
        <a:lstStyle/>
        <a:p>
          <a:pPr>
            <a:buNone/>
          </a:pPr>
          <a:r>
            <a:rPr lang="ru-RU" sz="2400" dirty="0"/>
            <a:t> </a:t>
          </a:r>
        </a:p>
      </dgm:t>
    </dgm:pt>
    <dgm:pt modelId="{B35553E2-1B32-45A2-9EE6-F034C35FC092}" type="parTrans" cxnId="{EE3CB262-4CEE-46A5-BB95-1E74F357D495}">
      <dgm:prSet/>
      <dgm:spPr/>
      <dgm:t>
        <a:bodyPr/>
        <a:lstStyle/>
        <a:p>
          <a:endParaRPr lang="ru-RU"/>
        </a:p>
      </dgm:t>
    </dgm:pt>
    <dgm:pt modelId="{E51ABC77-ECE7-4DB7-9781-F2AE75185D6B}" type="sibTrans" cxnId="{EE3CB262-4CEE-46A5-BB95-1E74F357D495}">
      <dgm:prSet/>
      <dgm:spPr/>
      <dgm:t>
        <a:bodyPr/>
        <a:lstStyle/>
        <a:p>
          <a:endParaRPr lang="ru-RU"/>
        </a:p>
      </dgm:t>
    </dgm:pt>
    <dgm:pt modelId="{1AEEB2E1-9350-4BDD-9525-B4B9FCFB46AA}">
      <dgm:prSet phldrT="[Текст]" custT="1"/>
      <dgm:spPr/>
      <dgm:t>
        <a:bodyPr/>
        <a:lstStyle/>
        <a:p>
          <a:pPr>
            <a:buNone/>
          </a:pPr>
          <a:r>
            <a:rPr lang="ru-RU" sz="2400" dirty="0"/>
            <a:t>материалы</a:t>
          </a:r>
        </a:p>
      </dgm:t>
    </dgm:pt>
    <dgm:pt modelId="{EE85678C-F87F-45EE-87C7-CC795F8A71ED}" type="parTrans" cxnId="{010C9AAD-013A-4EA9-B27C-39E7E391C8B1}">
      <dgm:prSet/>
      <dgm:spPr/>
      <dgm:t>
        <a:bodyPr/>
        <a:lstStyle/>
        <a:p>
          <a:endParaRPr lang="ru-RU"/>
        </a:p>
      </dgm:t>
    </dgm:pt>
    <dgm:pt modelId="{C1FEA7F6-E139-4F5E-AE5E-76CA0C712BFF}" type="sibTrans" cxnId="{010C9AAD-013A-4EA9-B27C-39E7E391C8B1}">
      <dgm:prSet/>
      <dgm:spPr/>
      <dgm:t>
        <a:bodyPr/>
        <a:lstStyle/>
        <a:p>
          <a:endParaRPr lang="ru-RU"/>
        </a:p>
      </dgm:t>
    </dgm:pt>
    <dgm:pt modelId="{4B5C8E8A-0840-4F3E-85AB-8E66F66FFF8B}" type="pres">
      <dgm:prSet presAssocID="{2C657BAB-8BBA-438C-AD2B-BC7FFBA5EFD4}" presName="Name0" presStyleCnt="0">
        <dgm:presLayoutVars>
          <dgm:dir/>
          <dgm:animLvl val="lvl"/>
          <dgm:resizeHandles val="exact"/>
        </dgm:presLayoutVars>
      </dgm:prSet>
      <dgm:spPr/>
    </dgm:pt>
    <dgm:pt modelId="{4C4C91D8-831F-43F1-8077-FFD8AEB5D101}" type="pres">
      <dgm:prSet presAssocID="{17F15E32-F948-4958-AF34-A6FA5733FFC4}" presName="composite" presStyleCnt="0"/>
      <dgm:spPr/>
    </dgm:pt>
    <dgm:pt modelId="{664CFB7D-68F7-4D12-8C60-A3A597E2BCFC}" type="pres">
      <dgm:prSet presAssocID="{17F15E32-F948-4958-AF34-A6FA5733FFC4}" presName="parTx" presStyleLbl="alignNode1" presStyleIdx="0" presStyleCnt="3" custScaleY="100000" custLinFactNeighborY="2876">
        <dgm:presLayoutVars>
          <dgm:chMax val="0"/>
          <dgm:chPref val="0"/>
          <dgm:bulletEnabled val="1"/>
        </dgm:presLayoutVars>
      </dgm:prSet>
      <dgm:spPr/>
    </dgm:pt>
    <dgm:pt modelId="{54371F5A-4E2A-401F-82D6-4C159A4C2A1F}" type="pres">
      <dgm:prSet presAssocID="{17F15E32-F948-4958-AF34-A6FA5733FFC4}" presName="desTx" presStyleLbl="alignAccFollowNode1" presStyleIdx="0" presStyleCnt="3" custScaleY="100000" custLinFactNeighborY="1886">
        <dgm:presLayoutVars>
          <dgm:bulletEnabled val="1"/>
        </dgm:presLayoutVars>
      </dgm:prSet>
      <dgm:spPr/>
    </dgm:pt>
    <dgm:pt modelId="{C4CAD536-37E0-4D7E-9FAE-8CE81B795281}" type="pres">
      <dgm:prSet presAssocID="{471EA7C5-8D98-42ED-B7FD-F0969C2DE548}" presName="space" presStyleCnt="0"/>
      <dgm:spPr/>
    </dgm:pt>
    <dgm:pt modelId="{250D53F2-A6CC-4882-830C-6E5A9337A17D}" type="pres">
      <dgm:prSet presAssocID="{66E24A9F-0E83-49F4-9A2B-57429B04C927}" presName="composite" presStyleCnt="0"/>
      <dgm:spPr/>
    </dgm:pt>
    <dgm:pt modelId="{B721D39B-101F-4EB0-843F-2C33A9838E16}" type="pres">
      <dgm:prSet presAssocID="{66E24A9F-0E83-49F4-9A2B-57429B04C927}" presName="parTx" presStyleLbl="alignNode1" presStyleIdx="1" presStyleCnt="3" custScaleY="100000" custLinFactNeighborY="2876">
        <dgm:presLayoutVars>
          <dgm:chMax val="0"/>
          <dgm:chPref val="0"/>
          <dgm:bulletEnabled val="1"/>
        </dgm:presLayoutVars>
      </dgm:prSet>
      <dgm:spPr/>
    </dgm:pt>
    <dgm:pt modelId="{4E4643DE-F31B-4460-BD7F-A027D45ECAE7}" type="pres">
      <dgm:prSet presAssocID="{66E24A9F-0E83-49F4-9A2B-57429B04C927}" presName="desTx" presStyleLbl="alignAccFollowNode1" presStyleIdx="1" presStyleCnt="3" custScaleY="100000" custLinFactNeighborY="1886">
        <dgm:presLayoutVars>
          <dgm:bulletEnabled val="1"/>
        </dgm:presLayoutVars>
      </dgm:prSet>
      <dgm:spPr/>
    </dgm:pt>
    <dgm:pt modelId="{8B62FB79-EF01-4926-9F70-755CF75F27AF}" type="pres">
      <dgm:prSet presAssocID="{A635707F-D674-42E7-889F-F0A70B02DE70}" presName="space" presStyleCnt="0"/>
      <dgm:spPr/>
    </dgm:pt>
    <dgm:pt modelId="{D329CE3C-9F91-4513-A60D-DE902AC4B58E}" type="pres">
      <dgm:prSet presAssocID="{BAEA8E71-90A5-4E5A-BC7A-8A99F0B6F8E0}" presName="composite" presStyleCnt="0"/>
      <dgm:spPr/>
    </dgm:pt>
    <dgm:pt modelId="{6A859624-B35C-4ABC-B34A-94308A4E292B}" type="pres">
      <dgm:prSet presAssocID="{BAEA8E71-90A5-4E5A-BC7A-8A99F0B6F8E0}" presName="parTx" presStyleLbl="alignNode1" presStyleIdx="2" presStyleCnt="3" custScaleY="100000" custLinFactNeighborY="2876">
        <dgm:presLayoutVars>
          <dgm:chMax val="0"/>
          <dgm:chPref val="0"/>
          <dgm:bulletEnabled val="1"/>
        </dgm:presLayoutVars>
      </dgm:prSet>
      <dgm:spPr/>
    </dgm:pt>
    <dgm:pt modelId="{FDACCA5A-B048-4F19-B0BA-1A85234AF95F}" type="pres">
      <dgm:prSet presAssocID="{BAEA8E71-90A5-4E5A-BC7A-8A99F0B6F8E0}" presName="desTx" presStyleLbl="alignAccFollowNode1" presStyleIdx="2" presStyleCnt="3" custScaleY="100000" custLinFactNeighborY="1886">
        <dgm:presLayoutVars>
          <dgm:bulletEnabled val="1"/>
        </dgm:presLayoutVars>
      </dgm:prSet>
      <dgm:spPr/>
    </dgm:pt>
  </dgm:ptLst>
  <dgm:cxnLst>
    <dgm:cxn modelId="{5DECA908-D282-4A08-A682-C67F5A0EBABE}" srcId="{2C657BAB-8BBA-438C-AD2B-BC7FFBA5EFD4}" destId="{17F15E32-F948-4958-AF34-A6FA5733FFC4}" srcOrd="0" destOrd="0" parTransId="{2DB7C1D0-39BE-4216-A5E0-7650864674B6}" sibTransId="{471EA7C5-8D98-42ED-B7FD-F0969C2DE548}"/>
    <dgm:cxn modelId="{226B1D0A-C195-4ECF-BE1D-56F0658E8BCC}" srcId="{2C657BAB-8BBA-438C-AD2B-BC7FFBA5EFD4}" destId="{66E24A9F-0E83-49F4-9A2B-57429B04C927}" srcOrd="1" destOrd="0" parTransId="{CD27100D-15AC-4515-816B-ED964EF1332C}" sibTransId="{A635707F-D674-42E7-889F-F0A70B02DE70}"/>
    <dgm:cxn modelId="{654E6D21-1AAF-47C0-8E20-19EE3AD8323D}" type="presOf" srcId="{FBD5F580-B955-4F1C-928A-350723AD39D2}" destId="{54371F5A-4E2A-401F-82D6-4C159A4C2A1F}" srcOrd="0" destOrd="0" presId="urn:microsoft.com/office/officeart/2005/8/layout/hList1"/>
    <dgm:cxn modelId="{22A62323-5A10-493E-BCE0-837C72C61CD8}" srcId="{17F15E32-F948-4958-AF34-A6FA5733FFC4}" destId="{FBD5F580-B955-4F1C-928A-350723AD39D2}" srcOrd="0" destOrd="0" parTransId="{CD164A03-0884-4789-B0ED-F9585E78935A}" sibTransId="{163D61F2-B26C-4932-AC51-88FD3E6DD786}"/>
    <dgm:cxn modelId="{B213EB32-D091-4439-A781-2E3C7DF6C679}" srcId="{66E24A9F-0E83-49F4-9A2B-57429B04C927}" destId="{B2CC4A8E-E05F-4432-97E4-A63AF3E257D0}" srcOrd="0" destOrd="0" parTransId="{50CFF154-2A11-402B-AAB8-CF15A3BBCB2F}" sibTransId="{0049BCF6-F011-4F97-B6EA-91C8348E0F25}"/>
    <dgm:cxn modelId="{EE3CB262-4CEE-46A5-BB95-1E74F357D495}" srcId="{BAEA8E71-90A5-4E5A-BC7A-8A99F0B6F8E0}" destId="{045CF08B-41B8-47BC-B2B4-BA514A1B18EB}" srcOrd="1" destOrd="0" parTransId="{B35553E2-1B32-45A2-9EE6-F034C35FC092}" sibTransId="{E51ABC77-ECE7-4DB7-9781-F2AE75185D6B}"/>
    <dgm:cxn modelId="{A155AA55-C2A4-4AD3-ADBB-26E58021794D}" type="presOf" srcId="{D43ACDFF-0D8C-4EA2-A359-6E674BDFADA4}" destId="{FDACCA5A-B048-4F19-B0BA-1A85234AF95F}" srcOrd="0" destOrd="0" presId="urn:microsoft.com/office/officeart/2005/8/layout/hList1"/>
    <dgm:cxn modelId="{1813207B-F415-4B44-8CF7-9BDD7645ACE2}" type="presOf" srcId="{045CF08B-41B8-47BC-B2B4-BA514A1B18EB}" destId="{FDACCA5A-B048-4F19-B0BA-1A85234AF95F}" srcOrd="0" destOrd="1" presId="urn:microsoft.com/office/officeart/2005/8/layout/hList1"/>
    <dgm:cxn modelId="{4727317D-64D9-49ED-879D-C2A234E4A92F}" srcId="{2C657BAB-8BBA-438C-AD2B-BC7FFBA5EFD4}" destId="{BAEA8E71-90A5-4E5A-BC7A-8A99F0B6F8E0}" srcOrd="2" destOrd="0" parTransId="{19B06746-8610-44C4-B390-F5285ABC7572}" sibTransId="{26991146-7A63-4F60-9D26-90B70C1906A5}"/>
    <dgm:cxn modelId="{E41AFF84-2B41-43DD-9867-F89538EDE758}" type="presOf" srcId="{2C657BAB-8BBA-438C-AD2B-BC7FFBA5EFD4}" destId="{4B5C8E8A-0840-4F3E-85AB-8E66F66FFF8B}" srcOrd="0" destOrd="0" presId="urn:microsoft.com/office/officeart/2005/8/layout/hList1"/>
    <dgm:cxn modelId="{262DDD87-DCB2-4731-991B-FF4558EF28C6}" type="presOf" srcId="{95460BFA-5387-4A39-8E8A-6F2EE5ABD44B}" destId="{54371F5A-4E2A-401F-82D6-4C159A4C2A1F}" srcOrd="0" destOrd="1" presId="urn:microsoft.com/office/officeart/2005/8/layout/hList1"/>
    <dgm:cxn modelId="{E597C08C-5969-4560-9FA3-C41859C7E8F6}" type="presOf" srcId="{1AEEB2E1-9350-4BDD-9525-B4B9FCFB46AA}" destId="{4E4643DE-F31B-4460-BD7F-A027D45ECAE7}" srcOrd="0" destOrd="1" presId="urn:microsoft.com/office/officeart/2005/8/layout/hList1"/>
    <dgm:cxn modelId="{D390628F-DB9B-4107-A05A-DB40DFE20C90}" srcId="{17F15E32-F948-4958-AF34-A6FA5733FFC4}" destId="{95460BFA-5387-4A39-8E8A-6F2EE5ABD44B}" srcOrd="1" destOrd="0" parTransId="{F2D26D4A-85AF-4A92-9A5F-9A67EA0CFC74}" sibTransId="{B3F34405-30DF-495F-A797-54072B7CA3C6}"/>
    <dgm:cxn modelId="{57E5DEAC-215D-4827-9388-DDB9AA0304EA}" type="presOf" srcId="{B2CC4A8E-E05F-4432-97E4-A63AF3E257D0}" destId="{4E4643DE-F31B-4460-BD7F-A027D45ECAE7}" srcOrd="0" destOrd="0" presId="urn:microsoft.com/office/officeart/2005/8/layout/hList1"/>
    <dgm:cxn modelId="{010C9AAD-013A-4EA9-B27C-39E7E391C8B1}" srcId="{66E24A9F-0E83-49F4-9A2B-57429B04C927}" destId="{1AEEB2E1-9350-4BDD-9525-B4B9FCFB46AA}" srcOrd="1" destOrd="0" parTransId="{EE85678C-F87F-45EE-87C7-CC795F8A71ED}" sibTransId="{C1FEA7F6-E139-4F5E-AE5E-76CA0C712BFF}"/>
    <dgm:cxn modelId="{BD5829B4-56F7-4CBB-9652-DA89F8324857}" type="presOf" srcId="{BAEA8E71-90A5-4E5A-BC7A-8A99F0B6F8E0}" destId="{6A859624-B35C-4ABC-B34A-94308A4E292B}" srcOrd="0" destOrd="0" presId="urn:microsoft.com/office/officeart/2005/8/layout/hList1"/>
    <dgm:cxn modelId="{C32EF3B6-288D-4022-A037-322D4A1B9D93}" type="presOf" srcId="{66E24A9F-0E83-49F4-9A2B-57429B04C927}" destId="{B721D39B-101F-4EB0-843F-2C33A9838E16}" srcOrd="0" destOrd="0" presId="urn:microsoft.com/office/officeart/2005/8/layout/hList1"/>
    <dgm:cxn modelId="{312BD1F1-079E-4509-AA34-862046A86207}" srcId="{BAEA8E71-90A5-4E5A-BC7A-8A99F0B6F8E0}" destId="{D43ACDFF-0D8C-4EA2-A359-6E674BDFADA4}" srcOrd="0" destOrd="0" parTransId="{0287ADDF-31FA-49FD-9F7F-69B7BF5A3307}" sibTransId="{26045E39-CB4E-4FA0-9B8A-98E8139A659A}"/>
    <dgm:cxn modelId="{726345FF-EE41-4A9B-91EF-5EDCDCAD429B}" type="presOf" srcId="{17F15E32-F948-4958-AF34-A6FA5733FFC4}" destId="{664CFB7D-68F7-4D12-8C60-A3A597E2BCFC}" srcOrd="0" destOrd="0" presId="urn:microsoft.com/office/officeart/2005/8/layout/hList1"/>
    <dgm:cxn modelId="{B9248BE2-E386-40C9-BFFD-ADFC9656D47E}" type="presParOf" srcId="{4B5C8E8A-0840-4F3E-85AB-8E66F66FFF8B}" destId="{4C4C91D8-831F-43F1-8077-FFD8AEB5D101}" srcOrd="0" destOrd="0" presId="urn:microsoft.com/office/officeart/2005/8/layout/hList1"/>
    <dgm:cxn modelId="{7F627A04-FF2D-4FF8-BC66-0B5196C9B65F}" type="presParOf" srcId="{4C4C91D8-831F-43F1-8077-FFD8AEB5D101}" destId="{664CFB7D-68F7-4D12-8C60-A3A597E2BCFC}" srcOrd="0" destOrd="0" presId="urn:microsoft.com/office/officeart/2005/8/layout/hList1"/>
    <dgm:cxn modelId="{6194FD85-859B-4CDC-989D-026625CF130B}" type="presParOf" srcId="{4C4C91D8-831F-43F1-8077-FFD8AEB5D101}" destId="{54371F5A-4E2A-401F-82D6-4C159A4C2A1F}" srcOrd="1" destOrd="0" presId="urn:microsoft.com/office/officeart/2005/8/layout/hList1"/>
    <dgm:cxn modelId="{335F6948-0A04-4AB8-BA92-E25AF16FA4D9}" type="presParOf" srcId="{4B5C8E8A-0840-4F3E-85AB-8E66F66FFF8B}" destId="{C4CAD536-37E0-4D7E-9FAE-8CE81B795281}" srcOrd="1" destOrd="0" presId="urn:microsoft.com/office/officeart/2005/8/layout/hList1"/>
    <dgm:cxn modelId="{2364AC6B-63E6-4955-B4B4-636C2E5863A6}" type="presParOf" srcId="{4B5C8E8A-0840-4F3E-85AB-8E66F66FFF8B}" destId="{250D53F2-A6CC-4882-830C-6E5A9337A17D}" srcOrd="2" destOrd="0" presId="urn:microsoft.com/office/officeart/2005/8/layout/hList1"/>
    <dgm:cxn modelId="{72F0FEF4-3126-43AA-92B1-8EAA12F889D9}" type="presParOf" srcId="{250D53F2-A6CC-4882-830C-6E5A9337A17D}" destId="{B721D39B-101F-4EB0-843F-2C33A9838E16}" srcOrd="0" destOrd="0" presId="urn:microsoft.com/office/officeart/2005/8/layout/hList1"/>
    <dgm:cxn modelId="{53125592-490D-4637-9167-F1B0DE23D6CD}" type="presParOf" srcId="{250D53F2-A6CC-4882-830C-6E5A9337A17D}" destId="{4E4643DE-F31B-4460-BD7F-A027D45ECAE7}" srcOrd="1" destOrd="0" presId="urn:microsoft.com/office/officeart/2005/8/layout/hList1"/>
    <dgm:cxn modelId="{CB880D92-76BF-4499-9843-C1F0421243C5}" type="presParOf" srcId="{4B5C8E8A-0840-4F3E-85AB-8E66F66FFF8B}" destId="{8B62FB79-EF01-4926-9F70-755CF75F27AF}" srcOrd="3" destOrd="0" presId="urn:microsoft.com/office/officeart/2005/8/layout/hList1"/>
    <dgm:cxn modelId="{9AF8DABC-12CA-4FD9-8E06-8FE6E9EB21E8}" type="presParOf" srcId="{4B5C8E8A-0840-4F3E-85AB-8E66F66FFF8B}" destId="{D329CE3C-9F91-4513-A60D-DE902AC4B58E}" srcOrd="4" destOrd="0" presId="urn:microsoft.com/office/officeart/2005/8/layout/hList1"/>
    <dgm:cxn modelId="{5D99BBBE-BF67-40E5-8CF2-81EA58873A3A}" type="presParOf" srcId="{D329CE3C-9F91-4513-A60D-DE902AC4B58E}" destId="{6A859624-B35C-4ABC-B34A-94308A4E292B}" srcOrd="0" destOrd="0" presId="urn:microsoft.com/office/officeart/2005/8/layout/hList1"/>
    <dgm:cxn modelId="{EBA85BD2-1446-4381-9E0E-71B39869DE0E}" type="presParOf" srcId="{D329CE3C-9F91-4513-A60D-DE902AC4B58E}" destId="{FDACCA5A-B048-4F19-B0BA-1A85234AF95F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624B62B-4BB4-4B75-BEAD-F58645EEDDB1}" type="doc">
      <dgm:prSet loTypeId="urn:microsoft.com/office/officeart/2005/8/layout/process4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AE1D7F6C-D7E3-41C8-8094-9B24593658A7}">
      <dgm:prSet phldrT="[Текст]"/>
      <dgm:spPr/>
      <dgm:t>
        <a:bodyPr/>
        <a:lstStyle/>
        <a:p>
          <a:pPr>
            <a:buFont typeface="+mj-lt"/>
            <a:buAutoNum type="arabicPeriod"/>
          </a:pPr>
          <a:r>
            <a:rPr lang="ru-RU" dirty="0"/>
            <a:t>Определение основных видов деятельности </a:t>
          </a:r>
        </a:p>
      </dgm:t>
    </dgm:pt>
    <dgm:pt modelId="{3AF0C07D-CFC4-4564-BA53-AFA22AB12AF7}" type="parTrans" cxnId="{050C9DF2-D1B9-4B5A-8499-BE6F981077D2}">
      <dgm:prSet/>
      <dgm:spPr/>
      <dgm:t>
        <a:bodyPr/>
        <a:lstStyle/>
        <a:p>
          <a:endParaRPr lang="ru-RU"/>
        </a:p>
      </dgm:t>
    </dgm:pt>
    <dgm:pt modelId="{D4D4E162-5806-4234-98DD-455C93CC4A28}" type="sibTrans" cxnId="{050C9DF2-D1B9-4B5A-8499-BE6F981077D2}">
      <dgm:prSet/>
      <dgm:spPr/>
      <dgm:t>
        <a:bodyPr/>
        <a:lstStyle/>
        <a:p>
          <a:endParaRPr lang="ru-RU"/>
        </a:p>
      </dgm:t>
    </dgm:pt>
    <dgm:pt modelId="{64557A25-159D-466F-AE89-A5D02AD096BE}">
      <dgm:prSet phldrT="[Текст]"/>
      <dgm:spPr/>
      <dgm:t>
        <a:bodyPr/>
        <a:lstStyle/>
        <a:p>
          <a:pPr>
            <a:buFont typeface="+mj-lt"/>
            <a:buAutoNum type="arabicPeriod"/>
          </a:pPr>
          <a:r>
            <a:rPr lang="ru-RU" dirty="0"/>
            <a:t>Распределение ресурсов по видам деятельности </a:t>
          </a:r>
        </a:p>
      </dgm:t>
    </dgm:pt>
    <dgm:pt modelId="{86D53404-2410-4A6B-8B15-A9CDA853E561}" type="parTrans" cxnId="{4511FC39-3E4D-4459-BAEB-19F61E671F61}">
      <dgm:prSet/>
      <dgm:spPr/>
      <dgm:t>
        <a:bodyPr/>
        <a:lstStyle/>
        <a:p>
          <a:endParaRPr lang="ru-RU"/>
        </a:p>
      </dgm:t>
    </dgm:pt>
    <dgm:pt modelId="{1E767670-454C-4582-A783-E7EFAAC6C99E}" type="sibTrans" cxnId="{4511FC39-3E4D-4459-BAEB-19F61E671F61}">
      <dgm:prSet/>
      <dgm:spPr/>
      <dgm:t>
        <a:bodyPr/>
        <a:lstStyle/>
        <a:p>
          <a:endParaRPr lang="ru-RU"/>
        </a:p>
      </dgm:t>
    </dgm:pt>
    <dgm:pt modelId="{5DA3B144-AD27-438C-80AC-ACC4CB9BCAE0}">
      <dgm:prSet phldrT="[Текст]"/>
      <dgm:spPr/>
      <dgm:t>
        <a:bodyPr/>
        <a:lstStyle/>
        <a:p>
          <a:pPr>
            <a:buFont typeface="+mj-lt"/>
            <a:buAutoNum type="arabicPeriod"/>
          </a:pPr>
          <a:r>
            <a:rPr lang="ru-RU" dirty="0"/>
            <a:t>Выбор драйверов затрат </a:t>
          </a:r>
        </a:p>
      </dgm:t>
    </dgm:pt>
    <dgm:pt modelId="{A0C212A4-74E0-4B82-B321-3C4692C3C371}" type="parTrans" cxnId="{01CDDFE0-2E6A-4596-ACFA-02D55BDCDE5B}">
      <dgm:prSet/>
      <dgm:spPr/>
      <dgm:t>
        <a:bodyPr/>
        <a:lstStyle/>
        <a:p>
          <a:endParaRPr lang="ru-RU"/>
        </a:p>
      </dgm:t>
    </dgm:pt>
    <dgm:pt modelId="{A71C7156-85BD-450B-A596-12F4288CA35D}" type="sibTrans" cxnId="{01CDDFE0-2E6A-4596-ACFA-02D55BDCDE5B}">
      <dgm:prSet/>
      <dgm:spPr/>
      <dgm:t>
        <a:bodyPr/>
        <a:lstStyle/>
        <a:p>
          <a:endParaRPr lang="ru-RU"/>
        </a:p>
      </dgm:t>
    </dgm:pt>
    <dgm:pt modelId="{16DD9671-DC53-4EB9-96D9-C1C192A8A0D3}">
      <dgm:prSet phldrT="[Текст]"/>
      <dgm:spPr/>
      <dgm:t>
        <a:bodyPr/>
        <a:lstStyle/>
        <a:p>
          <a:pPr>
            <a:buFont typeface="+mj-lt"/>
            <a:buAutoNum type="arabicPeriod"/>
          </a:pPr>
          <a:r>
            <a:rPr lang="ru-RU"/>
            <a:t>Расчет ставок затрат для каждой деятельности </a:t>
          </a:r>
          <a:endParaRPr lang="ru-RU" dirty="0"/>
        </a:p>
      </dgm:t>
    </dgm:pt>
    <dgm:pt modelId="{39E00332-5E0F-43F8-B20F-027CFDC6E393}" type="parTrans" cxnId="{B07BDED1-4726-4E4D-9F7B-4475CA3D91E0}">
      <dgm:prSet/>
      <dgm:spPr/>
      <dgm:t>
        <a:bodyPr/>
        <a:lstStyle/>
        <a:p>
          <a:endParaRPr lang="ru-RU"/>
        </a:p>
      </dgm:t>
    </dgm:pt>
    <dgm:pt modelId="{7DCDC209-64E3-4581-B725-9359AF9EFA60}" type="sibTrans" cxnId="{B07BDED1-4726-4E4D-9F7B-4475CA3D91E0}">
      <dgm:prSet/>
      <dgm:spPr/>
      <dgm:t>
        <a:bodyPr/>
        <a:lstStyle/>
        <a:p>
          <a:endParaRPr lang="ru-RU"/>
        </a:p>
      </dgm:t>
    </dgm:pt>
    <dgm:pt modelId="{FC4EB292-03B3-487D-8098-AE9A2CAE8C8A}">
      <dgm:prSet phldrT="[Текст]"/>
      <dgm:spPr/>
      <dgm:t>
        <a:bodyPr/>
        <a:lstStyle/>
        <a:p>
          <a:pPr>
            <a:buFont typeface="+mj-lt"/>
            <a:buAutoNum type="arabicPeriod"/>
          </a:pPr>
          <a:r>
            <a:rPr lang="ru-RU"/>
            <a:t>Отнесение затрат на продукты или услуги </a:t>
          </a:r>
          <a:endParaRPr lang="ru-RU" dirty="0"/>
        </a:p>
      </dgm:t>
    </dgm:pt>
    <dgm:pt modelId="{66E935C5-1EB8-4EFC-A9BB-C237644684C6}" type="parTrans" cxnId="{414A73F2-2C4C-459D-9222-1E20FA77238D}">
      <dgm:prSet/>
      <dgm:spPr/>
      <dgm:t>
        <a:bodyPr/>
        <a:lstStyle/>
        <a:p>
          <a:endParaRPr lang="ru-RU"/>
        </a:p>
      </dgm:t>
    </dgm:pt>
    <dgm:pt modelId="{620F2835-D322-4E0E-9844-FACE8BCB5636}" type="sibTrans" cxnId="{414A73F2-2C4C-459D-9222-1E20FA77238D}">
      <dgm:prSet/>
      <dgm:spPr/>
      <dgm:t>
        <a:bodyPr/>
        <a:lstStyle/>
        <a:p>
          <a:endParaRPr lang="ru-RU"/>
        </a:p>
      </dgm:t>
    </dgm:pt>
    <dgm:pt modelId="{4A37AF0E-8CEF-4C11-940F-A72E3F192A44}" type="pres">
      <dgm:prSet presAssocID="{A624B62B-4BB4-4B75-BEAD-F58645EEDDB1}" presName="Name0" presStyleCnt="0">
        <dgm:presLayoutVars>
          <dgm:dir/>
          <dgm:animLvl val="lvl"/>
          <dgm:resizeHandles val="exact"/>
        </dgm:presLayoutVars>
      </dgm:prSet>
      <dgm:spPr/>
    </dgm:pt>
    <dgm:pt modelId="{551D86C9-DB6C-4031-B5D1-7440315742EA}" type="pres">
      <dgm:prSet presAssocID="{FC4EB292-03B3-487D-8098-AE9A2CAE8C8A}" presName="boxAndChildren" presStyleCnt="0"/>
      <dgm:spPr/>
    </dgm:pt>
    <dgm:pt modelId="{6A84A56D-089B-408C-8F7E-50A523FFEC31}" type="pres">
      <dgm:prSet presAssocID="{FC4EB292-03B3-487D-8098-AE9A2CAE8C8A}" presName="parentTextBox" presStyleLbl="node1" presStyleIdx="0" presStyleCnt="5"/>
      <dgm:spPr/>
    </dgm:pt>
    <dgm:pt modelId="{258E6DC9-8771-4BA8-96FC-019A78C8FF7A}" type="pres">
      <dgm:prSet presAssocID="{7DCDC209-64E3-4581-B725-9359AF9EFA60}" presName="sp" presStyleCnt="0"/>
      <dgm:spPr/>
    </dgm:pt>
    <dgm:pt modelId="{5C5FAA19-354F-4597-8E55-908EDBBD0111}" type="pres">
      <dgm:prSet presAssocID="{16DD9671-DC53-4EB9-96D9-C1C192A8A0D3}" presName="arrowAndChildren" presStyleCnt="0"/>
      <dgm:spPr/>
    </dgm:pt>
    <dgm:pt modelId="{B21372C6-234F-496F-9422-7C21CE3FE1ED}" type="pres">
      <dgm:prSet presAssocID="{16DD9671-DC53-4EB9-96D9-C1C192A8A0D3}" presName="parentTextArrow" presStyleLbl="node1" presStyleIdx="1" presStyleCnt="5"/>
      <dgm:spPr/>
    </dgm:pt>
    <dgm:pt modelId="{9CF54732-F8A8-4CBD-AA7C-5C8E339EF91C}" type="pres">
      <dgm:prSet presAssocID="{A71C7156-85BD-450B-A596-12F4288CA35D}" presName="sp" presStyleCnt="0"/>
      <dgm:spPr/>
    </dgm:pt>
    <dgm:pt modelId="{7D95B7ED-92B9-435C-9BC6-9E58BE0BB036}" type="pres">
      <dgm:prSet presAssocID="{5DA3B144-AD27-438C-80AC-ACC4CB9BCAE0}" presName="arrowAndChildren" presStyleCnt="0"/>
      <dgm:spPr/>
    </dgm:pt>
    <dgm:pt modelId="{4112D944-EE9A-43C6-8510-EDC242A44C8A}" type="pres">
      <dgm:prSet presAssocID="{5DA3B144-AD27-438C-80AC-ACC4CB9BCAE0}" presName="parentTextArrow" presStyleLbl="node1" presStyleIdx="2" presStyleCnt="5"/>
      <dgm:spPr/>
    </dgm:pt>
    <dgm:pt modelId="{9B3EBC43-DF48-43A0-BC4B-9EE3E7A41771}" type="pres">
      <dgm:prSet presAssocID="{1E767670-454C-4582-A783-E7EFAAC6C99E}" presName="sp" presStyleCnt="0"/>
      <dgm:spPr/>
    </dgm:pt>
    <dgm:pt modelId="{4D8D70DC-DD74-4701-8611-251D5432EAF5}" type="pres">
      <dgm:prSet presAssocID="{64557A25-159D-466F-AE89-A5D02AD096BE}" presName="arrowAndChildren" presStyleCnt="0"/>
      <dgm:spPr/>
    </dgm:pt>
    <dgm:pt modelId="{F711734C-67ED-4C0A-BCC2-91CDE42BA7C6}" type="pres">
      <dgm:prSet presAssocID="{64557A25-159D-466F-AE89-A5D02AD096BE}" presName="parentTextArrow" presStyleLbl="node1" presStyleIdx="3" presStyleCnt="5"/>
      <dgm:spPr/>
    </dgm:pt>
    <dgm:pt modelId="{B8AF9546-AEC4-46C6-AE40-734B9DEB588D}" type="pres">
      <dgm:prSet presAssocID="{D4D4E162-5806-4234-98DD-455C93CC4A28}" presName="sp" presStyleCnt="0"/>
      <dgm:spPr/>
    </dgm:pt>
    <dgm:pt modelId="{B72D1EAF-956E-4771-93E0-F0CDB1D53B15}" type="pres">
      <dgm:prSet presAssocID="{AE1D7F6C-D7E3-41C8-8094-9B24593658A7}" presName="arrowAndChildren" presStyleCnt="0"/>
      <dgm:spPr/>
    </dgm:pt>
    <dgm:pt modelId="{BB87AC7F-7DB3-44B0-A982-B84E214B3E67}" type="pres">
      <dgm:prSet presAssocID="{AE1D7F6C-D7E3-41C8-8094-9B24593658A7}" presName="parentTextArrow" presStyleLbl="node1" presStyleIdx="4" presStyleCnt="5"/>
      <dgm:spPr/>
    </dgm:pt>
  </dgm:ptLst>
  <dgm:cxnLst>
    <dgm:cxn modelId="{4A400302-FE36-4345-BAD3-21A6C336C6C7}" type="presOf" srcId="{A624B62B-4BB4-4B75-BEAD-F58645EEDDB1}" destId="{4A37AF0E-8CEF-4C11-940F-A72E3F192A44}" srcOrd="0" destOrd="0" presId="urn:microsoft.com/office/officeart/2005/8/layout/process4"/>
    <dgm:cxn modelId="{10D22426-66E4-4609-95E5-56FE749E69E2}" type="presOf" srcId="{FC4EB292-03B3-487D-8098-AE9A2CAE8C8A}" destId="{6A84A56D-089B-408C-8F7E-50A523FFEC31}" srcOrd="0" destOrd="0" presId="urn:microsoft.com/office/officeart/2005/8/layout/process4"/>
    <dgm:cxn modelId="{4511FC39-3E4D-4459-BAEB-19F61E671F61}" srcId="{A624B62B-4BB4-4B75-BEAD-F58645EEDDB1}" destId="{64557A25-159D-466F-AE89-A5D02AD096BE}" srcOrd="1" destOrd="0" parTransId="{86D53404-2410-4A6B-8B15-A9CDA853E561}" sibTransId="{1E767670-454C-4582-A783-E7EFAAC6C99E}"/>
    <dgm:cxn modelId="{DF52555E-BB39-4F7F-A4F2-4A3EE757A16D}" type="presOf" srcId="{16DD9671-DC53-4EB9-96D9-C1C192A8A0D3}" destId="{B21372C6-234F-496F-9422-7C21CE3FE1ED}" srcOrd="0" destOrd="0" presId="urn:microsoft.com/office/officeart/2005/8/layout/process4"/>
    <dgm:cxn modelId="{F2EC32AE-8EDB-4D78-8618-617BBCF38529}" type="presOf" srcId="{5DA3B144-AD27-438C-80AC-ACC4CB9BCAE0}" destId="{4112D944-EE9A-43C6-8510-EDC242A44C8A}" srcOrd="0" destOrd="0" presId="urn:microsoft.com/office/officeart/2005/8/layout/process4"/>
    <dgm:cxn modelId="{B07BDED1-4726-4E4D-9F7B-4475CA3D91E0}" srcId="{A624B62B-4BB4-4B75-BEAD-F58645EEDDB1}" destId="{16DD9671-DC53-4EB9-96D9-C1C192A8A0D3}" srcOrd="3" destOrd="0" parTransId="{39E00332-5E0F-43F8-B20F-027CFDC6E393}" sibTransId="{7DCDC209-64E3-4581-B725-9359AF9EFA60}"/>
    <dgm:cxn modelId="{01CDDFE0-2E6A-4596-ACFA-02D55BDCDE5B}" srcId="{A624B62B-4BB4-4B75-BEAD-F58645EEDDB1}" destId="{5DA3B144-AD27-438C-80AC-ACC4CB9BCAE0}" srcOrd="2" destOrd="0" parTransId="{A0C212A4-74E0-4B82-B321-3C4692C3C371}" sibTransId="{A71C7156-85BD-450B-A596-12F4288CA35D}"/>
    <dgm:cxn modelId="{08FBA6ED-EC19-49F7-AC70-155D73ACCFDD}" type="presOf" srcId="{64557A25-159D-466F-AE89-A5D02AD096BE}" destId="{F711734C-67ED-4C0A-BCC2-91CDE42BA7C6}" srcOrd="0" destOrd="0" presId="urn:microsoft.com/office/officeart/2005/8/layout/process4"/>
    <dgm:cxn modelId="{414A73F2-2C4C-459D-9222-1E20FA77238D}" srcId="{A624B62B-4BB4-4B75-BEAD-F58645EEDDB1}" destId="{FC4EB292-03B3-487D-8098-AE9A2CAE8C8A}" srcOrd="4" destOrd="0" parTransId="{66E935C5-1EB8-4EFC-A9BB-C237644684C6}" sibTransId="{620F2835-D322-4E0E-9844-FACE8BCB5636}"/>
    <dgm:cxn modelId="{050C9DF2-D1B9-4B5A-8499-BE6F981077D2}" srcId="{A624B62B-4BB4-4B75-BEAD-F58645EEDDB1}" destId="{AE1D7F6C-D7E3-41C8-8094-9B24593658A7}" srcOrd="0" destOrd="0" parTransId="{3AF0C07D-CFC4-4564-BA53-AFA22AB12AF7}" sibTransId="{D4D4E162-5806-4234-98DD-455C93CC4A28}"/>
    <dgm:cxn modelId="{E98842FE-EE51-4BE8-82A5-172B37A5A06A}" type="presOf" srcId="{AE1D7F6C-D7E3-41C8-8094-9B24593658A7}" destId="{BB87AC7F-7DB3-44B0-A982-B84E214B3E67}" srcOrd="0" destOrd="0" presId="urn:microsoft.com/office/officeart/2005/8/layout/process4"/>
    <dgm:cxn modelId="{71D83348-79B0-4B85-B5F6-40AC7E43CC98}" type="presParOf" srcId="{4A37AF0E-8CEF-4C11-940F-A72E3F192A44}" destId="{551D86C9-DB6C-4031-B5D1-7440315742EA}" srcOrd="0" destOrd="0" presId="urn:microsoft.com/office/officeart/2005/8/layout/process4"/>
    <dgm:cxn modelId="{D6D36782-C50B-4024-95CB-B15363652630}" type="presParOf" srcId="{551D86C9-DB6C-4031-B5D1-7440315742EA}" destId="{6A84A56D-089B-408C-8F7E-50A523FFEC31}" srcOrd="0" destOrd="0" presId="urn:microsoft.com/office/officeart/2005/8/layout/process4"/>
    <dgm:cxn modelId="{8CAE41F5-F2AA-4ED5-BEA0-EC908FEA8F58}" type="presParOf" srcId="{4A37AF0E-8CEF-4C11-940F-A72E3F192A44}" destId="{258E6DC9-8771-4BA8-96FC-019A78C8FF7A}" srcOrd="1" destOrd="0" presId="urn:microsoft.com/office/officeart/2005/8/layout/process4"/>
    <dgm:cxn modelId="{5942FF8D-E2F1-44D2-ABA9-ECD27F7E3FF2}" type="presParOf" srcId="{4A37AF0E-8CEF-4C11-940F-A72E3F192A44}" destId="{5C5FAA19-354F-4597-8E55-908EDBBD0111}" srcOrd="2" destOrd="0" presId="urn:microsoft.com/office/officeart/2005/8/layout/process4"/>
    <dgm:cxn modelId="{87471C1E-5BA3-468F-88C9-A8AB072685CD}" type="presParOf" srcId="{5C5FAA19-354F-4597-8E55-908EDBBD0111}" destId="{B21372C6-234F-496F-9422-7C21CE3FE1ED}" srcOrd="0" destOrd="0" presId="urn:microsoft.com/office/officeart/2005/8/layout/process4"/>
    <dgm:cxn modelId="{77343229-B069-4F02-9707-FA9C8690A83F}" type="presParOf" srcId="{4A37AF0E-8CEF-4C11-940F-A72E3F192A44}" destId="{9CF54732-F8A8-4CBD-AA7C-5C8E339EF91C}" srcOrd="3" destOrd="0" presId="urn:microsoft.com/office/officeart/2005/8/layout/process4"/>
    <dgm:cxn modelId="{600EE7A7-5207-4240-BA23-3B512614B607}" type="presParOf" srcId="{4A37AF0E-8CEF-4C11-940F-A72E3F192A44}" destId="{7D95B7ED-92B9-435C-9BC6-9E58BE0BB036}" srcOrd="4" destOrd="0" presId="urn:microsoft.com/office/officeart/2005/8/layout/process4"/>
    <dgm:cxn modelId="{5B47D9E1-19CD-410F-9AC7-5C407D1A3433}" type="presParOf" srcId="{7D95B7ED-92B9-435C-9BC6-9E58BE0BB036}" destId="{4112D944-EE9A-43C6-8510-EDC242A44C8A}" srcOrd="0" destOrd="0" presId="urn:microsoft.com/office/officeart/2005/8/layout/process4"/>
    <dgm:cxn modelId="{73E65A7B-1275-4D60-9A12-5A438D266659}" type="presParOf" srcId="{4A37AF0E-8CEF-4C11-940F-A72E3F192A44}" destId="{9B3EBC43-DF48-43A0-BC4B-9EE3E7A41771}" srcOrd="5" destOrd="0" presId="urn:microsoft.com/office/officeart/2005/8/layout/process4"/>
    <dgm:cxn modelId="{E5556C78-42C3-4663-9A7C-472391B63007}" type="presParOf" srcId="{4A37AF0E-8CEF-4C11-940F-A72E3F192A44}" destId="{4D8D70DC-DD74-4701-8611-251D5432EAF5}" srcOrd="6" destOrd="0" presId="urn:microsoft.com/office/officeart/2005/8/layout/process4"/>
    <dgm:cxn modelId="{688729C1-A51D-4619-819E-295307DE5F6F}" type="presParOf" srcId="{4D8D70DC-DD74-4701-8611-251D5432EAF5}" destId="{F711734C-67ED-4C0A-BCC2-91CDE42BA7C6}" srcOrd="0" destOrd="0" presId="urn:microsoft.com/office/officeart/2005/8/layout/process4"/>
    <dgm:cxn modelId="{ED35A1DA-6ACF-4EC2-BFE4-6DA38A65F35F}" type="presParOf" srcId="{4A37AF0E-8CEF-4C11-940F-A72E3F192A44}" destId="{B8AF9546-AEC4-46C6-AE40-734B9DEB588D}" srcOrd="7" destOrd="0" presId="urn:microsoft.com/office/officeart/2005/8/layout/process4"/>
    <dgm:cxn modelId="{B1ED54BE-2A90-4F2A-AF1B-B1FC46E44DDC}" type="presParOf" srcId="{4A37AF0E-8CEF-4C11-940F-A72E3F192A44}" destId="{B72D1EAF-956E-4771-93E0-F0CDB1D53B15}" srcOrd="8" destOrd="0" presId="urn:microsoft.com/office/officeart/2005/8/layout/process4"/>
    <dgm:cxn modelId="{385CC437-8C6D-46FE-92EF-ABFEFA1365E2}" type="presParOf" srcId="{B72D1EAF-956E-4771-93E0-F0CDB1D53B15}" destId="{BB87AC7F-7DB3-44B0-A982-B84E214B3E67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624B62B-4BB4-4B75-BEAD-F58645EEDDB1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AE1D7F6C-D7E3-41C8-8094-9B24593658A7}">
      <dgm:prSet phldrT="[Текст]" custT="1"/>
      <dgm:spPr/>
      <dgm:t>
        <a:bodyPr/>
        <a:lstStyle/>
        <a:p>
          <a:pPr>
            <a:buFont typeface="+mj-lt"/>
            <a:buAutoNum type="arabicPeriod"/>
          </a:pPr>
          <a:r>
            <a:rPr lang="ru-RU" sz="2400" dirty="0"/>
            <a:t>Более точное определение себестоимости продукции</a:t>
          </a:r>
        </a:p>
      </dgm:t>
    </dgm:pt>
    <dgm:pt modelId="{3AF0C07D-CFC4-4564-BA53-AFA22AB12AF7}" type="parTrans" cxnId="{050C9DF2-D1B9-4B5A-8499-BE6F981077D2}">
      <dgm:prSet/>
      <dgm:spPr/>
      <dgm:t>
        <a:bodyPr/>
        <a:lstStyle/>
        <a:p>
          <a:endParaRPr lang="ru-RU"/>
        </a:p>
      </dgm:t>
    </dgm:pt>
    <dgm:pt modelId="{D4D4E162-5806-4234-98DD-455C93CC4A28}" type="sibTrans" cxnId="{050C9DF2-D1B9-4B5A-8499-BE6F981077D2}">
      <dgm:prSet/>
      <dgm:spPr/>
      <dgm:t>
        <a:bodyPr/>
        <a:lstStyle/>
        <a:p>
          <a:endParaRPr lang="ru-RU"/>
        </a:p>
      </dgm:t>
    </dgm:pt>
    <dgm:pt modelId="{64557A25-159D-466F-AE89-A5D02AD096BE}">
      <dgm:prSet phldrT="[Текст]" custT="1"/>
      <dgm:spPr/>
      <dgm:t>
        <a:bodyPr/>
        <a:lstStyle/>
        <a:p>
          <a:pPr>
            <a:buFont typeface="+mj-lt"/>
            <a:buAutoNum type="arabicPeriod"/>
          </a:pPr>
          <a:r>
            <a:rPr lang="ru-RU" sz="2400" dirty="0"/>
            <a:t>Выявление неэффективных процессов </a:t>
          </a:r>
        </a:p>
      </dgm:t>
    </dgm:pt>
    <dgm:pt modelId="{86D53404-2410-4A6B-8B15-A9CDA853E561}" type="parTrans" cxnId="{4511FC39-3E4D-4459-BAEB-19F61E671F61}">
      <dgm:prSet/>
      <dgm:spPr/>
      <dgm:t>
        <a:bodyPr/>
        <a:lstStyle/>
        <a:p>
          <a:endParaRPr lang="ru-RU"/>
        </a:p>
      </dgm:t>
    </dgm:pt>
    <dgm:pt modelId="{1E767670-454C-4582-A783-E7EFAAC6C99E}" type="sibTrans" cxnId="{4511FC39-3E4D-4459-BAEB-19F61E671F61}">
      <dgm:prSet/>
      <dgm:spPr/>
      <dgm:t>
        <a:bodyPr/>
        <a:lstStyle/>
        <a:p>
          <a:endParaRPr lang="ru-RU"/>
        </a:p>
      </dgm:t>
    </dgm:pt>
    <dgm:pt modelId="{5DA3B144-AD27-438C-80AC-ACC4CB9BCAE0}">
      <dgm:prSet phldrT="[Текст]" custT="1"/>
      <dgm:spPr/>
      <dgm:t>
        <a:bodyPr/>
        <a:lstStyle/>
        <a:p>
          <a:pPr>
            <a:buFont typeface="+mj-lt"/>
            <a:buAutoNum type="arabicPeriod"/>
          </a:pPr>
          <a:r>
            <a:rPr lang="ru-RU" sz="2400" dirty="0"/>
            <a:t>Улучшение управленческих решений </a:t>
          </a:r>
        </a:p>
      </dgm:t>
    </dgm:pt>
    <dgm:pt modelId="{A0C212A4-74E0-4B82-B321-3C4692C3C371}" type="parTrans" cxnId="{01CDDFE0-2E6A-4596-ACFA-02D55BDCDE5B}">
      <dgm:prSet/>
      <dgm:spPr/>
      <dgm:t>
        <a:bodyPr/>
        <a:lstStyle/>
        <a:p>
          <a:endParaRPr lang="ru-RU"/>
        </a:p>
      </dgm:t>
    </dgm:pt>
    <dgm:pt modelId="{A71C7156-85BD-450B-A596-12F4288CA35D}" type="sibTrans" cxnId="{01CDDFE0-2E6A-4596-ACFA-02D55BDCDE5B}">
      <dgm:prSet/>
      <dgm:spPr/>
      <dgm:t>
        <a:bodyPr/>
        <a:lstStyle/>
        <a:p>
          <a:endParaRPr lang="ru-RU"/>
        </a:p>
      </dgm:t>
    </dgm:pt>
    <dgm:pt modelId="{16DD9671-DC53-4EB9-96D9-C1C192A8A0D3}">
      <dgm:prSet phldrT="[Текст]" custT="1"/>
      <dgm:spPr/>
      <dgm:t>
        <a:bodyPr/>
        <a:lstStyle/>
        <a:p>
          <a:pPr>
            <a:buFont typeface="+mj-lt"/>
            <a:buAutoNum type="arabicPeriod"/>
          </a:pPr>
          <a:r>
            <a:rPr lang="ru-RU" sz="2400"/>
            <a:t>Возможность оптимизации затрат </a:t>
          </a:r>
          <a:endParaRPr lang="ru-RU" sz="2400" dirty="0"/>
        </a:p>
      </dgm:t>
    </dgm:pt>
    <dgm:pt modelId="{39E00332-5E0F-43F8-B20F-027CFDC6E393}" type="parTrans" cxnId="{B07BDED1-4726-4E4D-9F7B-4475CA3D91E0}">
      <dgm:prSet/>
      <dgm:spPr/>
      <dgm:t>
        <a:bodyPr/>
        <a:lstStyle/>
        <a:p>
          <a:endParaRPr lang="ru-RU"/>
        </a:p>
      </dgm:t>
    </dgm:pt>
    <dgm:pt modelId="{7DCDC209-64E3-4581-B725-9359AF9EFA60}" type="sibTrans" cxnId="{B07BDED1-4726-4E4D-9F7B-4475CA3D91E0}">
      <dgm:prSet/>
      <dgm:spPr/>
      <dgm:t>
        <a:bodyPr/>
        <a:lstStyle/>
        <a:p>
          <a:endParaRPr lang="ru-RU"/>
        </a:p>
      </dgm:t>
    </dgm:pt>
    <dgm:pt modelId="{FC4EB292-03B3-487D-8098-AE9A2CAE8C8A}">
      <dgm:prSet phldrT="[Текст]" custT="1"/>
      <dgm:spPr/>
      <dgm:t>
        <a:bodyPr/>
        <a:lstStyle/>
        <a:p>
          <a:pPr>
            <a:buFont typeface="+mj-lt"/>
            <a:buAutoNum type="arabicPeriod"/>
          </a:pPr>
          <a:r>
            <a:rPr lang="ru-RU" sz="2400" dirty="0"/>
            <a:t>Поддержка стратегического планирования </a:t>
          </a:r>
        </a:p>
      </dgm:t>
    </dgm:pt>
    <dgm:pt modelId="{66E935C5-1EB8-4EFC-A9BB-C237644684C6}" type="parTrans" cxnId="{414A73F2-2C4C-459D-9222-1E20FA77238D}">
      <dgm:prSet/>
      <dgm:spPr/>
      <dgm:t>
        <a:bodyPr/>
        <a:lstStyle/>
        <a:p>
          <a:endParaRPr lang="ru-RU"/>
        </a:p>
      </dgm:t>
    </dgm:pt>
    <dgm:pt modelId="{620F2835-D322-4E0E-9844-FACE8BCB5636}" type="sibTrans" cxnId="{414A73F2-2C4C-459D-9222-1E20FA77238D}">
      <dgm:prSet/>
      <dgm:spPr/>
      <dgm:t>
        <a:bodyPr/>
        <a:lstStyle/>
        <a:p>
          <a:endParaRPr lang="ru-RU"/>
        </a:p>
      </dgm:t>
    </dgm:pt>
    <dgm:pt modelId="{D9440EBA-9B94-4FC5-8A90-E08A0D75ADD8}" type="pres">
      <dgm:prSet presAssocID="{A624B62B-4BB4-4B75-BEAD-F58645EEDDB1}" presName="linear" presStyleCnt="0">
        <dgm:presLayoutVars>
          <dgm:dir/>
          <dgm:animLvl val="lvl"/>
          <dgm:resizeHandles val="exact"/>
        </dgm:presLayoutVars>
      </dgm:prSet>
      <dgm:spPr/>
    </dgm:pt>
    <dgm:pt modelId="{F60FAA59-5D41-45B3-80E1-130B3DC982D8}" type="pres">
      <dgm:prSet presAssocID="{AE1D7F6C-D7E3-41C8-8094-9B24593658A7}" presName="parentLin" presStyleCnt="0"/>
      <dgm:spPr/>
    </dgm:pt>
    <dgm:pt modelId="{5771B9CF-FD58-4C0E-8FFC-EBFBAD71EED1}" type="pres">
      <dgm:prSet presAssocID="{AE1D7F6C-D7E3-41C8-8094-9B24593658A7}" presName="parentLeftMargin" presStyleLbl="node1" presStyleIdx="0" presStyleCnt="5"/>
      <dgm:spPr/>
    </dgm:pt>
    <dgm:pt modelId="{FB9FCD97-3C9B-44BC-A4BE-131CBF847E7C}" type="pres">
      <dgm:prSet presAssocID="{AE1D7F6C-D7E3-41C8-8094-9B24593658A7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111BD15F-2269-49D3-B97F-414A0743FC58}" type="pres">
      <dgm:prSet presAssocID="{AE1D7F6C-D7E3-41C8-8094-9B24593658A7}" presName="negativeSpace" presStyleCnt="0"/>
      <dgm:spPr/>
    </dgm:pt>
    <dgm:pt modelId="{10FEDB9F-FEDC-45BC-8158-0E26B8D04A6B}" type="pres">
      <dgm:prSet presAssocID="{AE1D7F6C-D7E3-41C8-8094-9B24593658A7}" presName="childText" presStyleLbl="conFgAcc1" presStyleIdx="0" presStyleCnt="5">
        <dgm:presLayoutVars>
          <dgm:bulletEnabled val="1"/>
        </dgm:presLayoutVars>
      </dgm:prSet>
      <dgm:spPr/>
    </dgm:pt>
    <dgm:pt modelId="{CC1D6781-EC27-49AF-9CEE-859A9B060327}" type="pres">
      <dgm:prSet presAssocID="{D4D4E162-5806-4234-98DD-455C93CC4A28}" presName="spaceBetweenRectangles" presStyleCnt="0"/>
      <dgm:spPr/>
    </dgm:pt>
    <dgm:pt modelId="{49FE917E-0382-46A7-B11D-E02B9D533A60}" type="pres">
      <dgm:prSet presAssocID="{64557A25-159D-466F-AE89-A5D02AD096BE}" presName="parentLin" presStyleCnt="0"/>
      <dgm:spPr/>
    </dgm:pt>
    <dgm:pt modelId="{256A0907-5A25-4731-A1C0-3D195748241F}" type="pres">
      <dgm:prSet presAssocID="{64557A25-159D-466F-AE89-A5D02AD096BE}" presName="parentLeftMargin" presStyleLbl="node1" presStyleIdx="0" presStyleCnt="5"/>
      <dgm:spPr/>
    </dgm:pt>
    <dgm:pt modelId="{14C3472F-E7EB-4F83-A98C-B37774946C64}" type="pres">
      <dgm:prSet presAssocID="{64557A25-159D-466F-AE89-A5D02AD096BE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6B4E2610-B3FD-4C24-BC0D-DEF7BAD51B2F}" type="pres">
      <dgm:prSet presAssocID="{64557A25-159D-466F-AE89-A5D02AD096BE}" presName="negativeSpace" presStyleCnt="0"/>
      <dgm:spPr/>
    </dgm:pt>
    <dgm:pt modelId="{A74F43BB-9352-4C7C-B3A9-7B978160C468}" type="pres">
      <dgm:prSet presAssocID="{64557A25-159D-466F-AE89-A5D02AD096BE}" presName="childText" presStyleLbl="conFgAcc1" presStyleIdx="1" presStyleCnt="5">
        <dgm:presLayoutVars>
          <dgm:bulletEnabled val="1"/>
        </dgm:presLayoutVars>
      </dgm:prSet>
      <dgm:spPr/>
    </dgm:pt>
    <dgm:pt modelId="{32F5C3BA-98DF-4094-BF9D-D612FC4A73BA}" type="pres">
      <dgm:prSet presAssocID="{1E767670-454C-4582-A783-E7EFAAC6C99E}" presName="spaceBetweenRectangles" presStyleCnt="0"/>
      <dgm:spPr/>
    </dgm:pt>
    <dgm:pt modelId="{EBDDCD9C-5DAD-4685-AA4E-4768460420A2}" type="pres">
      <dgm:prSet presAssocID="{5DA3B144-AD27-438C-80AC-ACC4CB9BCAE0}" presName="parentLin" presStyleCnt="0"/>
      <dgm:spPr/>
    </dgm:pt>
    <dgm:pt modelId="{485D1A70-2941-413C-813F-CFBD432A0216}" type="pres">
      <dgm:prSet presAssocID="{5DA3B144-AD27-438C-80AC-ACC4CB9BCAE0}" presName="parentLeftMargin" presStyleLbl="node1" presStyleIdx="1" presStyleCnt="5"/>
      <dgm:spPr/>
    </dgm:pt>
    <dgm:pt modelId="{72C90118-B46F-4085-A330-82EB5EF4A189}" type="pres">
      <dgm:prSet presAssocID="{5DA3B144-AD27-438C-80AC-ACC4CB9BCAE0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9526005F-5734-4F53-ABDA-94590475C925}" type="pres">
      <dgm:prSet presAssocID="{5DA3B144-AD27-438C-80AC-ACC4CB9BCAE0}" presName="negativeSpace" presStyleCnt="0"/>
      <dgm:spPr/>
    </dgm:pt>
    <dgm:pt modelId="{C4328771-2F43-4B7F-A3AF-0CF5414C3237}" type="pres">
      <dgm:prSet presAssocID="{5DA3B144-AD27-438C-80AC-ACC4CB9BCAE0}" presName="childText" presStyleLbl="conFgAcc1" presStyleIdx="2" presStyleCnt="5">
        <dgm:presLayoutVars>
          <dgm:bulletEnabled val="1"/>
        </dgm:presLayoutVars>
      </dgm:prSet>
      <dgm:spPr/>
    </dgm:pt>
    <dgm:pt modelId="{B7FE2A5E-C4EA-46C6-A5F7-386205947A88}" type="pres">
      <dgm:prSet presAssocID="{A71C7156-85BD-450B-A596-12F4288CA35D}" presName="spaceBetweenRectangles" presStyleCnt="0"/>
      <dgm:spPr/>
    </dgm:pt>
    <dgm:pt modelId="{B14D5C25-E52C-4FF1-B06F-C274C8995148}" type="pres">
      <dgm:prSet presAssocID="{16DD9671-DC53-4EB9-96D9-C1C192A8A0D3}" presName="parentLin" presStyleCnt="0"/>
      <dgm:spPr/>
    </dgm:pt>
    <dgm:pt modelId="{172A7EA1-5914-4DEF-8B42-BE68EA360F9B}" type="pres">
      <dgm:prSet presAssocID="{16DD9671-DC53-4EB9-96D9-C1C192A8A0D3}" presName="parentLeftMargin" presStyleLbl="node1" presStyleIdx="2" presStyleCnt="5"/>
      <dgm:spPr/>
    </dgm:pt>
    <dgm:pt modelId="{4455D761-5BC7-475F-91AB-48AFBB11511C}" type="pres">
      <dgm:prSet presAssocID="{16DD9671-DC53-4EB9-96D9-C1C192A8A0D3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2542B055-EE3A-47C9-961F-9C8F3657B2E4}" type="pres">
      <dgm:prSet presAssocID="{16DD9671-DC53-4EB9-96D9-C1C192A8A0D3}" presName="negativeSpace" presStyleCnt="0"/>
      <dgm:spPr/>
    </dgm:pt>
    <dgm:pt modelId="{ED1C5359-5E82-4D6A-A3FC-F81ECE3777D5}" type="pres">
      <dgm:prSet presAssocID="{16DD9671-DC53-4EB9-96D9-C1C192A8A0D3}" presName="childText" presStyleLbl="conFgAcc1" presStyleIdx="3" presStyleCnt="5">
        <dgm:presLayoutVars>
          <dgm:bulletEnabled val="1"/>
        </dgm:presLayoutVars>
      </dgm:prSet>
      <dgm:spPr/>
    </dgm:pt>
    <dgm:pt modelId="{6ABB7872-0C7F-4444-94F3-AA2195737868}" type="pres">
      <dgm:prSet presAssocID="{7DCDC209-64E3-4581-B725-9359AF9EFA60}" presName="spaceBetweenRectangles" presStyleCnt="0"/>
      <dgm:spPr/>
    </dgm:pt>
    <dgm:pt modelId="{DA724878-8AAF-4D19-9788-C0051DACB891}" type="pres">
      <dgm:prSet presAssocID="{FC4EB292-03B3-487D-8098-AE9A2CAE8C8A}" presName="parentLin" presStyleCnt="0"/>
      <dgm:spPr/>
    </dgm:pt>
    <dgm:pt modelId="{0D05B4CD-F3DD-4C34-87AE-90550F6640BA}" type="pres">
      <dgm:prSet presAssocID="{FC4EB292-03B3-487D-8098-AE9A2CAE8C8A}" presName="parentLeftMargin" presStyleLbl="node1" presStyleIdx="3" presStyleCnt="5"/>
      <dgm:spPr/>
    </dgm:pt>
    <dgm:pt modelId="{2F5062A3-B45F-41A5-9930-DA7363452B2D}" type="pres">
      <dgm:prSet presAssocID="{FC4EB292-03B3-487D-8098-AE9A2CAE8C8A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2DFD9DE3-1B76-4640-870F-8635456535B5}" type="pres">
      <dgm:prSet presAssocID="{FC4EB292-03B3-487D-8098-AE9A2CAE8C8A}" presName="negativeSpace" presStyleCnt="0"/>
      <dgm:spPr/>
    </dgm:pt>
    <dgm:pt modelId="{1AB25974-2022-4A7A-A9CD-8EF1FBC7F673}" type="pres">
      <dgm:prSet presAssocID="{FC4EB292-03B3-487D-8098-AE9A2CAE8C8A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5D1BDD15-2ABD-4AA5-982D-687D5F88E1CF}" type="presOf" srcId="{64557A25-159D-466F-AE89-A5D02AD096BE}" destId="{14C3472F-E7EB-4F83-A98C-B37774946C64}" srcOrd="1" destOrd="0" presId="urn:microsoft.com/office/officeart/2005/8/layout/list1"/>
    <dgm:cxn modelId="{A1B2AE37-28D5-4CEF-A778-5AB52C3EC0E5}" type="presOf" srcId="{AE1D7F6C-D7E3-41C8-8094-9B24593658A7}" destId="{FB9FCD97-3C9B-44BC-A4BE-131CBF847E7C}" srcOrd="1" destOrd="0" presId="urn:microsoft.com/office/officeart/2005/8/layout/list1"/>
    <dgm:cxn modelId="{4511FC39-3E4D-4459-BAEB-19F61E671F61}" srcId="{A624B62B-4BB4-4B75-BEAD-F58645EEDDB1}" destId="{64557A25-159D-466F-AE89-A5D02AD096BE}" srcOrd="1" destOrd="0" parTransId="{86D53404-2410-4A6B-8B15-A9CDA853E561}" sibTransId="{1E767670-454C-4582-A783-E7EFAAC6C99E}"/>
    <dgm:cxn modelId="{732CFD53-AA0B-4B62-92E5-60DCA7C9BF28}" type="presOf" srcId="{5DA3B144-AD27-438C-80AC-ACC4CB9BCAE0}" destId="{72C90118-B46F-4085-A330-82EB5EF4A189}" srcOrd="1" destOrd="0" presId="urn:microsoft.com/office/officeart/2005/8/layout/list1"/>
    <dgm:cxn modelId="{9C797A7A-0BEC-4458-84E5-D1B7FFCA4DB6}" type="presOf" srcId="{16DD9671-DC53-4EB9-96D9-C1C192A8A0D3}" destId="{4455D761-5BC7-475F-91AB-48AFBB11511C}" srcOrd="1" destOrd="0" presId="urn:microsoft.com/office/officeart/2005/8/layout/list1"/>
    <dgm:cxn modelId="{866C4C9E-1590-4B5B-8B39-5D8A2BB1DB45}" type="presOf" srcId="{16DD9671-DC53-4EB9-96D9-C1C192A8A0D3}" destId="{172A7EA1-5914-4DEF-8B42-BE68EA360F9B}" srcOrd="0" destOrd="0" presId="urn:microsoft.com/office/officeart/2005/8/layout/list1"/>
    <dgm:cxn modelId="{6A7396A9-2252-4A49-B28E-2836FCADEBE8}" type="presOf" srcId="{A624B62B-4BB4-4B75-BEAD-F58645EEDDB1}" destId="{D9440EBA-9B94-4FC5-8A90-E08A0D75ADD8}" srcOrd="0" destOrd="0" presId="urn:microsoft.com/office/officeart/2005/8/layout/list1"/>
    <dgm:cxn modelId="{B07BDED1-4726-4E4D-9F7B-4475CA3D91E0}" srcId="{A624B62B-4BB4-4B75-BEAD-F58645EEDDB1}" destId="{16DD9671-DC53-4EB9-96D9-C1C192A8A0D3}" srcOrd="3" destOrd="0" parTransId="{39E00332-5E0F-43F8-B20F-027CFDC6E393}" sibTransId="{7DCDC209-64E3-4581-B725-9359AF9EFA60}"/>
    <dgm:cxn modelId="{01CDDFE0-2E6A-4596-ACFA-02D55BDCDE5B}" srcId="{A624B62B-4BB4-4B75-BEAD-F58645EEDDB1}" destId="{5DA3B144-AD27-438C-80AC-ACC4CB9BCAE0}" srcOrd="2" destOrd="0" parTransId="{A0C212A4-74E0-4B82-B321-3C4692C3C371}" sibTransId="{A71C7156-85BD-450B-A596-12F4288CA35D}"/>
    <dgm:cxn modelId="{2E8759E1-03C3-4FF8-BB7D-4A645F8EE596}" type="presOf" srcId="{FC4EB292-03B3-487D-8098-AE9A2CAE8C8A}" destId="{0D05B4CD-F3DD-4C34-87AE-90550F6640BA}" srcOrd="0" destOrd="0" presId="urn:microsoft.com/office/officeart/2005/8/layout/list1"/>
    <dgm:cxn modelId="{15E8F1E1-C095-4EC0-B4E6-1453AE81B6A0}" type="presOf" srcId="{FC4EB292-03B3-487D-8098-AE9A2CAE8C8A}" destId="{2F5062A3-B45F-41A5-9930-DA7363452B2D}" srcOrd="1" destOrd="0" presId="urn:microsoft.com/office/officeart/2005/8/layout/list1"/>
    <dgm:cxn modelId="{A5B47FEA-A3BF-4969-9088-86ECC16DCC6B}" type="presOf" srcId="{64557A25-159D-466F-AE89-A5D02AD096BE}" destId="{256A0907-5A25-4731-A1C0-3D195748241F}" srcOrd="0" destOrd="0" presId="urn:microsoft.com/office/officeart/2005/8/layout/list1"/>
    <dgm:cxn modelId="{414A73F2-2C4C-459D-9222-1E20FA77238D}" srcId="{A624B62B-4BB4-4B75-BEAD-F58645EEDDB1}" destId="{FC4EB292-03B3-487D-8098-AE9A2CAE8C8A}" srcOrd="4" destOrd="0" parTransId="{66E935C5-1EB8-4EFC-A9BB-C237644684C6}" sibTransId="{620F2835-D322-4E0E-9844-FACE8BCB5636}"/>
    <dgm:cxn modelId="{050C9DF2-D1B9-4B5A-8499-BE6F981077D2}" srcId="{A624B62B-4BB4-4B75-BEAD-F58645EEDDB1}" destId="{AE1D7F6C-D7E3-41C8-8094-9B24593658A7}" srcOrd="0" destOrd="0" parTransId="{3AF0C07D-CFC4-4564-BA53-AFA22AB12AF7}" sibTransId="{D4D4E162-5806-4234-98DD-455C93CC4A28}"/>
    <dgm:cxn modelId="{CF6C0BF4-DEA3-4C23-9DA2-E6DFF6E897FF}" type="presOf" srcId="{5DA3B144-AD27-438C-80AC-ACC4CB9BCAE0}" destId="{485D1A70-2941-413C-813F-CFBD432A0216}" srcOrd="0" destOrd="0" presId="urn:microsoft.com/office/officeart/2005/8/layout/list1"/>
    <dgm:cxn modelId="{A264AEFB-339C-48E8-B610-22E46C6D1529}" type="presOf" srcId="{AE1D7F6C-D7E3-41C8-8094-9B24593658A7}" destId="{5771B9CF-FD58-4C0E-8FFC-EBFBAD71EED1}" srcOrd="0" destOrd="0" presId="urn:microsoft.com/office/officeart/2005/8/layout/list1"/>
    <dgm:cxn modelId="{4C980A73-B2BB-46DB-830A-0AA6FE713126}" type="presParOf" srcId="{D9440EBA-9B94-4FC5-8A90-E08A0D75ADD8}" destId="{F60FAA59-5D41-45B3-80E1-130B3DC982D8}" srcOrd="0" destOrd="0" presId="urn:microsoft.com/office/officeart/2005/8/layout/list1"/>
    <dgm:cxn modelId="{04180962-7D97-46F5-822D-C8E0BD7FF527}" type="presParOf" srcId="{F60FAA59-5D41-45B3-80E1-130B3DC982D8}" destId="{5771B9CF-FD58-4C0E-8FFC-EBFBAD71EED1}" srcOrd="0" destOrd="0" presId="urn:microsoft.com/office/officeart/2005/8/layout/list1"/>
    <dgm:cxn modelId="{67C8386C-8029-4394-903E-EF802F85D2AD}" type="presParOf" srcId="{F60FAA59-5D41-45B3-80E1-130B3DC982D8}" destId="{FB9FCD97-3C9B-44BC-A4BE-131CBF847E7C}" srcOrd="1" destOrd="0" presId="urn:microsoft.com/office/officeart/2005/8/layout/list1"/>
    <dgm:cxn modelId="{4074F880-64C3-4F0B-900F-C75C4C7693B8}" type="presParOf" srcId="{D9440EBA-9B94-4FC5-8A90-E08A0D75ADD8}" destId="{111BD15F-2269-49D3-B97F-414A0743FC58}" srcOrd="1" destOrd="0" presId="urn:microsoft.com/office/officeart/2005/8/layout/list1"/>
    <dgm:cxn modelId="{F157139B-8967-4405-BBC0-CF44B08D2C3A}" type="presParOf" srcId="{D9440EBA-9B94-4FC5-8A90-E08A0D75ADD8}" destId="{10FEDB9F-FEDC-45BC-8158-0E26B8D04A6B}" srcOrd="2" destOrd="0" presId="urn:microsoft.com/office/officeart/2005/8/layout/list1"/>
    <dgm:cxn modelId="{4A2351AA-B5ED-4620-85ED-A3A33AD34DAD}" type="presParOf" srcId="{D9440EBA-9B94-4FC5-8A90-E08A0D75ADD8}" destId="{CC1D6781-EC27-49AF-9CEE-859A9B060327}" srcOrd="3" destOrd="0" presId="urn:microsoft.com/office/officeart/2005/8/layout/list1"/>
    <dgm:cxn modelId="{77FEF659-7039-4140-A5C8-8A34CC21B6AE}" type="presParOf" srcId="{D9440EBA-9B94-4FC5-8A90-E08A0D75ADD8}" destId="{49FE917E-0382-46A7-B11D-E02B9D533A60}" srcOrd="4" destOrd="0" presId="urn:microsoft.com/office/officeart/2005/8/layout/list1"/>
    <dgm:cxn modelId="{B5BFE476-DE17-4E17-8C32-66E234A8DD16}" type="presParOf" srcId="{49FE917E-0382-46A7-B11D-E02B9D533A60}" destId="{256A0907-5A25-4731-A1C0-3D195748241F}" srcOrd="0" destOrd="0" presId="urn:microsoft.com/office/officeart/2005/8/layout/list1"/>
    <dgm:cxn modelId="{E44CE1E7-4437-448B-AEAB-2365F4DA7B28}" type="presParOf" srcId="{49FE917E-0382-46A7-B11D-E02B9D533A60}" destId="{14C3472F-E7EB-4F83-A98C-B37774946C64}" srcOrd="1" destOrd="0" presId="urn:microsoft.com/office/officeart/2005/8/layout/list1"/>
    <dgm:cxn modelId="{16558CE4-64BA-47D6-8A42-508370C9BA8F}" type="presParOf" srcId="{D9440EBA-9B94-4FC5-8A90-E08A0D75ADD8}" destId="{6B4E2610-B3FD-4C24-BC0D-DEF7BAD51B2F}" srcOrd="5" destOrd="0" presId="urn:microsoft.com/office/officeart/2005/8/layout/list1"/>
    <dgm:cxn modelId="{937C4972-7305-494D-9E29-DBFC6361F67C}" type="presParOf" srcId="{D9440EBA-9B94-4FC5-8A90-E08A0D75ADD8}" destId="{A74F43BB-9352-4C7C-B3A9-7B978160C468}" srcOrd="6" destOrd="0" presId="urn:microsoft.com/office/officeart/2005/8/layout/list1"/>
    <dgm:cxn modelId="{E2888171-2CA5-4BE8-8394-6FA2844985C8}" type="presParOf" srcId="{D9440EBA-9B94-4FC5-8A90-E08A0D75ADD8}" destId="{32F5C3BA-98DF-4094-BF9D-D612FC4A73BA}" srcOrd="7" destOrd="0" presId="urn:microsoft.com/office/officeart/2005/8/layout/list1"/>
    <dgm:cxn modelId="{33CFA6AC-9C75-4698-AE02-5C0EE6AC5A92}" type="presParOf" srcId="{D9440EBA-9B94-4FC5-8A90-E08A0D75ADD8}" destId="{EBDDCD9C-5DAD-4685-AA4E-4768460420A2}" srcOrd="8" destOrd="0" presId="urn:microsoft.com/office/officeart/2005/8/layout/list1"/>
    <dgm:cxn modelId="{582A22B2-F84E-4E54-9036-853E23F06A82}" type="presParOf" srcId="{EBDDCD9C-5DAD-4685-AA4E-4768460420A2}" destId="{485D1A70-2941-413C-813F-CFBD432A0216}" srcOrd="0" destOrd="0" presId="urn:microsoft.com/office/officeart/2005/8/layout/list1"/>
    <dgm:cxn modelId="{46C0AF51-E8E4-414D-9300-9B54CDFA05C0}" type="presParOf" srcId="{EBDDCD9C-5DAD-4685-AA4E-4768460420A2}" destId="{72C90118-B46F-4085-A330-82EB5EF4A189}" srcOrd="1" destOrd="0" presId="urn:microsoft.com/office/officeart/2005/8/layout/list1"/>
    <dgm:cxn modelId="{8897BF96-4393-4930-A13D-FC751C2034B7}" type="presParOf" srcId="{D9440EBA-9B94-4FC5-8A90-E08A0D75ADD8}" destId="{9526005F-5734-4F53-ABDA-94590475C925}" srcOrd="9" destOrd="0" presId="urn:microsoft.com/office/officeart/2005/8/layout/list1"/>
    <dgm:cxn modelId="{05967F60-B5C6-43D2-B1BF-FEA63D58583A}" type="presParOf" srcId="{D9440EBA-9B94-4FC5-8A90-E08A0D75ADD8}" destId="{C4328771-2F43-4B7F-A3AF-0CF5414C3237}" srcOrd="10" destOrd="0" presId="urn:microsoft.com/office/officeart/2005/8/layout/list1"/>
    <dgm:cxn modelId="{41CD80FB-C89A-4DB8-AA31-DBEF24BF2C1E}" type="presParOf" srcId="{D9440EBA-9B94-4FC5-8A90-E08A0D75ADD8}" destId="{B7FE2A5E-C4EA-46C6-A5F7-386205947A88}" srcOrd="11" destOrd="0" presId="urn:microsoft.com/office/officeart/2005/8/layout/list1"/>
    <dgm:cxn modelId="{C5BCF64F-A768-4ED0-B7D5-C51B70950F67}" type="presParOf" srcId="{D9440EBA-9B94-4FC5-8A90-E08A0D75ADD8}" destId="{B14D5C25-E52C-4FF1-B06F-C274C8995148}" srcOrd="12" destOrd="0" presId="urn:microsoft.com/office/officeart/2005/8/layout/list1"/>
    <dgm:cxn modelId="{6C71379E-5174-4352-B5E9-0822E4FE7BDD}" type="presParOf" srcId="{B14D5C25-E52C-4FF1-B06F-C274C8995148}" destId="{172A7EA1-5914-4DEF-8B42-BE68EA360F9B}" srcOrd="0" destOrd="0" presId="urn:microsoft.com/office/officeart/2005/8/layout/list1"/>
    <dgm:cxn modelId="{19CD0023-E10E-4B48-A39F-200DCF8859C3}" type="presParOf" srcId="{B14D5C25-E52C-4FF1-B06F-C274C8995148}" destId="{4455D761-5BC7-475F-91AB-48AFBB11511C}" srcOrd="1" destOrd="0" presId="urn:microsoft.com/office/officeart/2005/8/layout/list1"/>
    <dgm:cxn modelId="{C9AF077A-D15F-4064-A2F5-875053951DF4}" type="presParOf" srcId="{D9440EBA-9B94-4FC5-8A90-E08A0D75ADD8}" destId="{2542B055-EE3A-47C9-961F-9C8F3657B2E4}" srcOrd="13" destOrd="0" presId="urn:microsoft.com/office/officeart/2005/8/layout/list1"/>
    <dgm:cxn modelId="{C5D2B968-D396-4527-94F0-0A719D8023CB}" type="presParOf" srcId="{D9440EBA-9B94-4FC5-8A90-E08A0D75ADD8}" destId="{ED1C5359-5E82-4D6A-A3FC-F81ECE3777D5}" srcOrd="14" destOrd="0" presId="urn:microsoft.com/office/officeart/2005/8/layout/list1"/>
    <dgm:cxn modelId="{0435427A-A044-4D29-8520-BF82AB985E9A}" type="presParOf" srcId="{D9440EBA-9B94-4FC5-8A90-E08A0D75ADD8}" destId="{6ABB7872-0C7F-4444-94F3-AA2195737868}" srcOrd="15" destOrd="0" presId="urn:microsoft.com/office/officeart/2005/8/layout/list1"/>
    <dgm:cxn modelId="{D952A08B-EED3-45D0-8C75-553B874F9D7F}" type="presParOf" srcId="{D9440EBA-9B94-4FC5-8A90-E08A0D75ADD8}" destId="{DA724878-8AAF-4D19-9788-C0051DACB891}" srcOrd="16" destOrd="0" presId="urn:microsoft.com/office/officeart/2005/8/layout/list1"/>
    <dgm:cxn modelId="{AC7CFB38-CE7C-4016-B9CF-145B20B90E1C}" type="presParOf" srcId="{DA724878-8AAF-4D19-9788-C0051DACB891}" destId="{0D05B4CD-F3DD-4C34-87AE-90550F6640BA}" srcOrd="0" destOrd="0" presId="urn:microsoft.com/office/officeart/2005/8/layout/list1"/>
    <dgm:cxn modelId="{7C789C5B-144B-4659-B166-99CC2981B5B9}" type="presParOf" srcId="{DA724878-8AAF-4D19-9788-C0051DACB891}" destId="{2F5062A3-B45F-41A5-9930-DA7363452B2D}" srcOrd="1" destOrd="0" presId="urn:microsoft.com/office/officeart/2005/8/layout/list1"/>
    <dgm:cxn modelId="{8087D48F-63EE-4B74-BC9C-0B83AFB8FBA5}" type="presParOf" srcId="{D9440EBA-9B94-4FC5-8A90-E08A0D75ADD8}" destId="{2DFD9DE3-1B76-4640-870F-8635456535B5}" srcOrd="17" destOrd="0" presId="urn:microsoft.com/office/officeart/2005/8/layout/list1"/>
    <dgm:cxn modelId="{E21A9445-6069-4F18-8854-6B777747E9F3}" type="presParOf" srcId="{D9440EBA-9B94-4FC5-8A90-E08A0D75ADD8}" destId="{1AB25974-2022-4A7A-A9CD-8EF1FBC7F673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624B62B-4BB4-4B75-BEAD-F58645EEDDB1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AE1D7F6C-D7E3-41C8-8094-9B24593658A7}">
      <dgm:prSet phldrT="[Текст]" custT="1"/>
      <dgm:spPr/>
      <dgm:t>
        <a:bodyPr/>
        <a:lstStyle/>
        <a:p>
          <a:pPr>
            <a:buFont typeface="+mj-lt"/>
            <a:buAutoNum type="arabicPeriod"/>
          </a:pPr>
          <a:r>
            <a:rPr lang="ru-RU" sz="2400" dirty="0"/>
            <a:t>Сложность внедрения </a:t>
          </a:r>
        </a:p>
      </dgm:t>
    </dgm:pt>
    <dgm:pt modelId="{3AF0C07D-CFC4-4564-BA53-AFA22AB12AF7}" type="parTrans" cxnId="{050C9DF2-D1B9-4B5A-8499-BE6F981077D2}">
      <dgm:prSet/>
      <dgm:spPr/>
      <dgm:t>
        <a:bodyPr/>
        <a:lstStyle/>
        <a:p>
          <a:endParaRPr lang="ru-RU"/>
        </a:p>
      </dgm:t>
    </dgm:pt>
    <dgm:pt modelId="{D4D4E162-5806-4234-98DD-455C93CC4A28}" type="sibTrans" cxnId="{050C9DF2-D1B9-4B5A-8499-BE6F981077D2}">
      <dgm:prSet/>
      <dgm:spPr/>
      <dgm:t>
        <a:bodyPr/>
        <a:lstStyle/>
        <a:p>
          <a:endParaRPr lang="ru-RU"/>
        </a:p>
      </dgm:t>
    </dgm:pt>
    <dgm:pt modelId="{64557A25-159D-466F-AE89-A5D02AD096BE}">
      <dgm:prSet phldrT="[Текст]" custT="1"/>
      <dgm:spPr/>
      <dgm:t>
        <a:bodyPr/>
        <a:lstStyle/>
        <a:p>
          <a:pPr>
            <a:buFont typeface="+mj-lt"/>
            <a:buAutoNum type="arabicPeriod"/>
          </a:pPr>
          <a:r>
            <a:rPr lang="ru-RU" sz="2400" dirty="0"/>
            <a:t>Высокие затраты на сбор данных </a:t>
          </a:r>
        </a:p>
      </dgm:t>
    </dgm:pt>
    <dgm:pt modelId="{86D53404-2410-4A6B-8B15-A9CDA853E561}" type="parTrans" cxnId="{4511FC39-3E4D-4459-BAEB-19F61E671F61}">
      <dgm:prSet/>
      <dgm:spPr/>
      <dgm:t>
        <a:bodyPr/>
        <a:lstStyle/>
        <a:p>
          <a:endParaRPr lang="ru-RU"/>
        </a:p>
      </dgm:t>
    </dgm:pt>
    <dgm:pt modelId="{1E767670-454C-4582-A783-E7EFAAC6C99E}" type="sibTrans" cxnId="{4511FC39-3E4D-4459-BAEB-19F61E671F61}">
      <dgm:prSet/>
      <dgm:spPr/>
      <dgm:t>
        <a:bodyPr/>
        <a:lstStyle/>
        <a:p>
          <a:endParaRPr lang="ru-RU"/>
        </a:p>
      </dgm:t>
    </dgm:pt>
    <dgm:pt modelId="{5DA3B144-AD27-438C-80AC-ACC4CB9BCAE0}">
      <dgm:prSet phldrT="[Текст]" custT="1"/>
      <dgm:spPr/>
      <dgm:t>
        <a:bodyPr/>
        <a:lstStyle/>
        <a:p>
          <a:pPr>
            <a:buFont typeface="+mj-lt"/>
            <a:buAutoNum type="arabicPeriod"/>
          </a:pPr>
          <a:r>
            <a:rPr lang="ru-RU" sz="2400" dirty="0"/>
            <a:t>Требует регулярного обновления информации </a:t>
          </a:r>
        </a:p>
      </dgm:t>
    </dgm:pt>
    <dgm:pt modelId="{A0C212A4-74E0-4B82-B321-3C4692C3C371}" type="parTrans" cxnId="{01CDDFE0-2E6A-4596-ACFA-02D55BDCDE5B}">
      <dgm:prSet/>
      <dgm:spPr/>
      <dgm:t>
        <a:bodyPr/>
        <a:lstStyle/>
        <a:p>
          <a:endParaRPr lang="ru-RU"/>
        </a:p>
      </dgm:t>
    </dgm:pt>
    <dgm:pt modelId="{A71C7156-85BD-450B-A596-12F4288CA35D}" type="sibTrans" cxnId="{01CDDFE0-2E6A-4596-ACFA-02D55BDCDE5B}">
      <dgm:prSet/>
      <dgm:spPr/>
      <dgm:t>
        <a:bodyPr/>
        <a:lstStyle/>
        <a:p>
          <a:endParaRPr lang="ru-RU"/>
        </a:p>
      </dgm:t>
    </dgm:pt>
    <dgm:pt modelId="{16DD9671-DC53-4EB9-96D9-C1C192A8A0D3}">
      <dgm:prSet phldrT="[Текст]" custT="1"/>
      <dgm:spPr/>
      <dgm:t>
        <a:bodyPr/>
        <a:lstStyle/>
        <a:p>
          <a:pPr>
            <a:buFont typeface="+mj-lt"/>
            <a:buAutoNum type="arabicPeriod"/>
          </a:pPr>
          <a:r>
            <a:rPr lang="ru-RU" sz="2400" dirty="0"/>
            <a:t>Может быть избыточным для небольших компаний</a:t>
          </a:r>
        </a:p>
      </dgm:t>
    </dgm:pt>
    <dgm:pt modelId="{39E00332-5E0F-43F8-B20F-027CFDC6E393}" type="parTrans" cxnId="{B07BDED1-4726-4E4D-9F7B-4475CA3D91E0}">
      <dgm:prSet/>
      <dgm:spPr/>
      <dgm:t>
        <a:bodyPr/>
        <a:lstStyle/>
        <a:p>
          <a:endParaRPr lang="ru-RU"/>
        </a:p>
      </dgm:t>
    </dgm:pt>
    <dgm:pt modelId="{7DCDC209-64E3-4581-B725-9359AF9EFA60}" type="sibTrans" cxnId="{B07BDED1-4726-4E4D-9F7B-4475CA3D91E0}">
      <dgm:prSet/>
      <dgm:spPr/>
      <dgm:t>
        <a:bodyPr/>
        <a:lstStyle/>
        <a:p>
          <a:endParaRPr lang="ru-RU"/>
        </a:p>
      </dgm:t>
    </dgm:pt>
    <dgm:pt modelId="{D9440EBA-9B94-4FC5-8A90-E08A0D75ADD8}" type="pres">
      <dgm:prSet presAssocID="{A624B62B-4BB4-4B75-BEAD-F58645EEDDB1}" presName="linear" presStyleCnt="0">
        <dgm:presLayoutVars>
          <dgm:dir/>
          <dgm:animLvl val="lvl"/>
          <dgm:resizeHandles val="exact"/>
        </dgm:presLayoutVars>
      </dgm:prSet>
      <dgm:spPr/>
    </dgm:pt>
    <dgm:pt modelId="{F60FAA59-5D41-45B3-80E1-130B3DC982D8}" type="pres">
      <dgm:prSet presAssocID="{AE1D7F6C-D7E3-41C8-8094-9B24593658A7}" presName="parentLin" presStyleCnt="0"/>
      <dgm:spPr/>
    </dgm:pt>
    <dgm:pt modelId="{5771B9CF-FD58-4C0E-8FFC-EBFBAD71EED1}" type="pres">
      <dgm:prSet presAssocID="{AE1D7F6C-D7E3-41C8-8094-9B24593658A7}" presName="parentLeftMargin" presStyleLbl="node1" presStyleIdx="0" presStyleCnt="4"/>
      <dgm:spPr/>
    </dgm:pt>
    <dgm:pt modelId="{FB9FCD97-3C9B-44BC-A4BE-131CBF847E7C}" type="pres">
      <dgm:prSet presAssocID="{AE1D7F6C-D7E3-41C8-8094-9B24593658A7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11BD15F-2269-49D3-B97F-414A0743FC58}" type="pres">
      <dgm:prSet presAssocID="{AE1D7F6C-D7E3-41C8-8094-9B24593658A7}" presName="negativeSpace" presStyleCnt="0"/>
      <dgm:spPr/>
    </dgm:pt>
    <dgm:pt modelId="{10FEDB9F-FEDC-45BC-8158-0E26B8D04A6B}" type="pres">
      <dgm:prSet presAssocID="{AE1D7F6C-D7E3-41C8-8094-9B24593658A7}" presName="childText" presStyleLbl="conFgAcc1" presStyleIdx="0" presStyleCnt="4">
        <dgm:presLayoutVars>
          <dgm:bulletEnabled val="1"/>
        </dgm:presLayoutVars>
      </dgm:prSet>
      <dgm:spPr/>
    </dgm:pt>
    <dgm:pt modelId="{CC1D6781-EC27-49AF-9CEE-859A9B060327}" type="pres">
      <dgm:prSet presAssocID="{D4D4E162-5806-4234-98DD-455C93CC4A28}" presName="spaceBetweenRectangles" presStyleCnt="0"/>
      <dgm:spPr/>
    </dgm:pt>
    <dgm:pt modelId="{49FE917E-0382-46A7-B11D-E02B9D533A60}" type="pres">
      <dgm:prSet presAssocID="{64557A25-159D-466F-AE89-A5D02AD096BE}" presName="parentLin" presStyleCnt="0"/>
      <dgm:spPr/>
    </dgm:pt>
    <dgm:pt modelId="{256A0907-5A25-4731-A1C0-3D195748241F}" type="pres">
      <dgm:prSet presAssocID="{64557A25-159D-466F-AE89-A5D02AD096BE}" presName="parentLeftMargin" presStyleLbl="node1" presStyleIdx="0" presStyleCnt="4"/>
      <dgm:spPr/>
    </dgm:pt>
    <dgm:pt modelId="{14C3472F-E7EB-4F83-A98C-B37774946C64}" type="pres">
      <dgm:prSet presAssocID="{64557A25-159D-466F-AE89-A5D02AD096B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B4E2610-B3FD-4C24-BC0D-DEF7BAD51B2F}" type="pres">
      <dgm:prSet presAssocID="{64557A25-159D-466F-AE89-A5D02AD096BE}" presName="negativeSpace" presStyleCnt="0"/>
      <dgm:spPr/>
    </dgm:pt>
    <dgm:pt modelId="{A74F43BB-9352-4C7C-B3A9-7B978160C468}" type="pres">
      <dgm:prSet presAssocID="{64557A25-159D-466F-AE89-A5D02AD096BE}" presName="childText" presStyleLbl="conFgAcc1" presStyleIdx="1" presStyleCnt="4">
        <dgm:presLayoutVars>
          <dgm:bulletEnabled val="1"/>
        </dgm:presLayoutVars>
      </dgm:prSet>
      <dgm:spPr/>
    </dgm:pt>
    <dgm:pt modelId="{32F5C3BA-98DF-4094-BF9D-D612FC4A73BA}" type="pres">
      <dgm:prSet presAssocID="{1E767670-454C-4582-A783-E7EFAAC6C99E}" presName="spaceBetweenRectangles" presStyleCnt="0"/>
      <dgm:spPr/>
    </dgm:pt>
    <dgm:pt modelId="{EBDDCD9C-5DAD-4685-AA4E-4768460420A2}" type="pres">
      <dgm:prSet presAssocID="{5DA3B144-AD27-438C-80AC-ACC4CB9BCAE0}" presName="parentLin" presStyleCnt="0"/>
      <dgm:spPr/>
    </dgm:pt>
    <dgm:pt modelId="{485D1A70-2941-413C-813F-CFBD432A0216}" type="pres">
      <dgm:prSet presAssocID="{5DA3B144-AD27-438C-80AC-ACC4CB9BCAE0}" presName="parentLeftMargin" presStyleLbl="node1" presStyleIdx="1" presStyleCnt="4"/>
      <dgm:spPr/>
    </dgm:pt>
    <dgm:pt modelId="{72C90118-B46F-4085-A330-82EB5EF4A189}" type="pres">
      <dgm:prSet presAssocID="{5DA3B144-AD27-438C-80AC-ACC4CB9BCAE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9526005F-5734-4F53-ABDA-94590475C925}" type="pres">
      <dgm:prSet presAssocID="{5DA3B144-AD27-438C-80AC-ACC4CB9BCAE0}" presName="negativeSpace" presStyleCnt="0"/>
      <dgm:spPr/>
    </dgm:pt>
    <dgm:pt modelId="{C4328771-2F43-4B7F-A3AF-0CF5414C3237}" type="pres">
      <dgm:prSet presAssocID="{5DA3B144-AD27-438C-80AC-ACC4CB9BCAE0}" presName="childText" presStyleLbl="conFgAcc1" presStyleIdx="2" presStyleCnt="4">
        <dgm:presLayoutVars>
          <dgm:bulletEnabled val="1"/>
        </dgm:presLayoutVars>
      </dgm:prSet>
      <dgm:spPr/>
    </dgm:pt>
    <dgm:pt modelId="{B7FE2A5E-C4EA-46C6-A5F7-386205947A88}" type="pres">
      <dgm:prSet presAssocID="{A71C7156-85BD-450B-A596-12F4288CA35D}" presName="spaceBetweenRectangles" presStyleCnt="0"/>
      <dgm:spPr/>
    </dgm:pt>
    <dgm:pt modelId="{B14D5C25-E52C-4FF1-B06F-C274C8995148}" type="pres">
      <dgm:prSet presAssocID="{16DD9671-DC53-4EB9-96D9-C1C192A8A0D3}" presName="parentLin" presStyleCnt="0"/>
      <dgm:spPr/>
    </dgm:pt>
    <dgm:pt modelId="{172A7EA1-5914-4DEF-8B42-BE68EA360F9B}" type="pres">
      <dgm:prSet presAssocID="{16DD9671-DC53-4EB9-96D9-C1C192A8A0D3}" presName="parentLeftMargin" presStyleLbl="node1" presStyleIdx="2" presStyleCnt="4"/>
      <dgm:spPr/>
    </dgm:pt>
    <dgm:pt modelId="{4455D761-5BC7-475F-91AB-48AFBB11511C}" type="pres">
      <dgm:prSet presAssocID="{16DD9671-DC53-4EB9-96D9-C1C192A8A0D3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2542B055-EE3A-47C9-961F-9C8F3657B2E4}" type="pres">
      <dgm:prSet presAssocID="{16DD9671-DC53-4EB9-96D9-C1C192A8A0D3}" presName="negativeSpace" presStyleCnt="0"/>
      <dgm:spPr/>
    </dgm:pt>
    <dgm:pt modelId="{ED1C5359-5E82-4D6A-A3FC-F81ECE3777D5}" type="pres">
      <dgm:prSet presAssocID="{16DD9671-DC53-4EB9-96D9-C1C192A8A0D3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5D1BDD15-2ABD-4AA5-982D-687D5F88E1CF}" type="presOf" srcId="{64557A25-159D-466F-AE89-A5D02AD096BE}" destId="{14C3472F-E7EB-4F83-A98C-B37774946C64}" srcOrd="1" destOrd="0" presId="urn:microsoft.com/office/officeart/2005/8/layout/list1"/>
    <dgm:cxn modelId="{A1B2AE37-28D5-4CEF-A778-5AB52C3EC0E5}" type="presOf" srcId="{AE1D7F6C-D7E3-41C8-8094-9B24593658A7}" destId="{FB9FCD97-3C9B-44BC-A4BE-131CBF847E7C}" srcOrd="1" destOrd="0" presId="urn:microsoft.com/office/officeart/2005/8/layout/list1"/>
    <dgm:cxn modelId="{4511FC39-3E4D-4459-BAEB-19F61E671F61}" srcId="{A624B62B-4BB4-4B75-BEAD-F58645EEDDB1}" destId="{64557A25-159D-466F-AE89-A5D02AD096BE}" srcOrd="1" destOrd="0" parTransId="{86D53404-2410-4A6B-8B15-A9CDA853E561}" sibTransId="{1E767670-454C-4582-A783-E7EFAAC6C99E}"/>
    <dgm:cxn modelId="{732CFD53-AA0B-4B62-92E5-60DCA7C9BF28}" type="presOf" srcId="{5DA3B144-AD27-438C-80AC-ACC4CB9BCAE0}" destId="{72C90118-B46F-4085-A330-82EB5EF4A189}" srcOrd="1" destOrd="0" presId="urn:microsoft.com/office/officeart/2005/8/layout/list1"/>
    <dgm:cxn modelId="{9C797A7A-0BEC-4458-84E5-D1B7FFCA4DB6}" type="presOf" srcId="{16DD9671-DC53-4EB9-96D9-C1C192A8A0D3}" destId="{4455D761-5BC7-475F-91AB-48AFBB11511C}" srcOrd="1" destOrd="0" presId="urn:microsoft.com/office/officeart/2005/8/layout/list1"/>
    <dgm:cxn modelId="{866C4C9E-1590-4B5B-8B39-5D8A2BB1DB45}" type="presOf" srcId="{16DD9671-DC53-4EB9-96D9-C1C192A8A0D3}" destId="{172A7EA1-5914-4DEF-8B42-BE68EA360F9B}" srcOrd="0" destOrd="0" presId="urn:microsoft.com/office/officeart/2005/8/layout/list1"/>
    <dgm:cxn modelId="{6A7396A9-2252-4A49-B28E-2836FCADEBE8}" type="presOf" srcId="{A624B62B-4BB4-4B75-BEAD-F58645EEDDB1}" destId="{D9440EBA-9B94-4FC5-8A90-E08A0D75ADD8}" srcOrd="0" destOrd="0" presId="urn:microsoft.com/office/officeart/2005/8/layout/list1"/>
    <dgm:cxn modelId="{B07BDED1-4726-4E4D-9F7B-4475CA3D91E0}" srcId="{A624B62B-4BB4-4B75-BEAD-F58645EEDDB1}" destId="{16DD9671-DC53-4EB9-96D9-C1C192A8A0D3}" srcOrd="3" destOrd="0" parTransId="{39E00332-5E0F-43F8-B20F-027CFDC6E393}" sibTransId="{7DCDC209-64E3-4581-B725-9359AF9EFA60}"/>
    <dgm:cxn modelId="{01CDDFE0-2E6A-4596-ACFA-02D55BDCDE5B}" srcId="{A624B62B-4BB4-4B75-BEAD-F58645EEDDB1}" destId="{5DA3B144-AD27-438C-80AC-ACC4CB9BCAE0}" srcOrd="2" destOrd="0" parTransId="{A0C212A4-74E0-4B82-B321-3C4692C3C371}" sibTransId="{A71C7156-85BD-450B-A596-12F4288CA35D}"/>
    <dgm:cxn modelId="{A5B47FEA-A3BF-4969-9088-86ECC16DCC6B}" type="presOf" srcId="{64557A25-159D-466F-AE89-A5D02AD096BE}" destId="{256A0907-5A25-4731-A1C0-3D195748241F}" srcOrd="0" destOrd="0" presId="urn:microsoft.com/office/officeart/2005/8/layout/list1"/>
    <dgm:cxn modelId="{050C9DF2-D1B9-4B5A-8499-BE6F981077D2}" srcId="{A624B62B-4BB4-4B75-BEAD-F58645EEDDB1}" destId="{AE1D7F6C-D7E3-41C8-8094-9B24593658A7}" srcOrd="0" destOrd="0" parTransId="{3AF0C07D-CFC4-4564-BA53-AFA22AB12AF7}" sibTransId="{D4D4E162-5806-4234-98DD-455C93CC4A28}"/>
    <dgm:cxn modelId="{CF6C0BF4-DEA3-4C23-9DA2-E6DFF6E897FF}" type="presOf" srcId="{5DA3B144-AD27-438C-80AC-ACC4CB9BCAE0}" destId="{485D1A70-2941-413C-813F-CFBD432A0216}" srcOrd="0" destOrd="0" presId="urn:microsoft.com/office/officeart/2005/8/layout/list1"/>
    <dgm:cxn modelId="{A264AEFB-339C-48E8-B610-22E46C6D1529}" type="presOf" srcId="{AE1D7F6C-D7E3-41C8-8094-9B24593658A7}" destId="{5771B9CF-FD58-4C0E-8FFC-EBFBAD71EED1}" srcOrd="0" destOrd="0" presId="urn:microsoft.com/office/officeart/2005/8/layout/list1"/>
    <dgm:cxn modelId="{4C980A73-B2BB-46DB-830A-0AA6FE713126}" type="presParOf" srcId="{D9440EBA-9B94-4FC5-8A90-E08A0D75ADD8}" destId="{F60FAA59-5D41-45B3-80E1-130B3DC982D8}" srcOrd="0" destOrd="0" presId="urn:microsoft.com/office/officeart/2005/8/layout/list1"/>
    <dgm:cxn modelId="{04180962-7D97-46F5-822D-C8E0BD7FF527}" type="presParOf" srcId="{F60FAA59-5D41-45B3-80E1-130B3DC982D8}" destId="{5771B9CF-FD58-4C0E-8FFC-EBFBAD71EED1}" srcOrd="0" destOrd="0" presId="urn:microsoft.com/office/officeart/2005/8/layout/list1"/>
    <dgm:cxn modelId="{67C8386C-8029-4394-903E-EF802F85D2AD}" type="presParOf" srcId="{F60FAA59-5D41-45B3-80E1-130B3DC982D8}" destId="{FB9FCD97-3C9B-44BC-A4BE-131CBF847E7C}" srcOrd="1" destOrd="0" presId="urn:microsoft.com/office/officeart/2005/8/layout/list1"/>
    <dgm:cxn modelId="{4074F880-64C3-4F0B-900F-C75C4C7693B8}" type="presParOf" srcId="{D9440EBA-9B94-4FC5-8A90-E08A0D75ADD8}" destId="{111BD15F-2269-49D3-B97F-414A0743FC58}" srcOrd="1" destOrd="0" presId="urn:microsoft.com/office/officeart/2005/8/layout/list1"/>
    <dgm:cxn modelId="{F157139B-8967-4405-BBC0-CF44B08D2C3A}" type="presParOf" srcId="{D9440EBA-9B94-4FC5-8A90-E08A0D75ADD8}" destId="{10FEDB9F-FEDC-45BC-8158-0E26B8D04A6B}" srcOrd="2" destOrd="0" presId="urn:microsoft.com/office/officeart/2005/8/layout/list1"/>
    <dgm:cxn modelId="{4A2351AA-B5ED-4620-85ED-A3A33AD34DAD}" type="presParOf" srcId="{D9440EBA-9B94-4FC5-8A90-E08A0D75ADD8}" destId="{CC1D6781-EC27-49AF-9CEE-859A9B060327}" srcOrd="3" destOrd="0" presId="urn:microsoft.com/office/officeart/2005/8/layout/list1"/>
    <dgm:cxn modelId="{77FEF659-7039-4140-A5C8-8A34CC21B6AE}" type="presParOf" srcId="{D9440EBA-9B94-4FC5-8A90-E08A0D75ADD8}" destId="{49FE917E-0382-46A7-B11D-E02B9D533A60}" srcOrd="4" destOrd="0" presId="urn:microsoft.com/office/officeart/2005/8/layout/list1"/>
    <dgm:cxn modelId="{B5BFE476-DE17-4E17-8C32-66E234A8DD16}" type="presParOf" srcId="{49FE917E-0382-46A7-B11D-E02B9D533A60}" destId="{256A0907-5A25-4731-A1C0-3D195748241F}" srcOrd="0" destOrd="0" presId="urn:microsoft.com/office/officeart/2005/8/layout/list1"/>
    <dgm:cxn modelId="{E44CE1E7-4437-448B-AEAB-2365F4DA7B28}" type="presParOf" srcId="{49FE917E-0382-46A7-B11D-E02B9D533A60}" destId="{14C3472F-E7EB-4F83-A98C-B37774946C64}" srcOrd="1" destOrd="0" presId="urn:microsoft.com/office/officeart/2005/8/layout/list1"/>
    <dgm:cxn modelId="{16558CE4-64BA-47D6-8A42-508370C9BA8F}" type="presParOf" srcId="{D9440EBA-9B94-4FC5-8A90-E08A0D75ADD8}" destId="{6B4E2610-B3FD-4C24-BC0D-DEF7BAD51B2F}" srcOrd="5" destOrd="0" presId="urn:microsoft.com/office/officeart/2005/8/layout/list1"/>
    <dgm:cxn modelId="{937C4972-7305-494D-9E29-DBFC6361F67C}" type="presParOf" srcId="{D9440EBA-9B94-4FC5-8A90-E08A0D75ADD8}" destId="{A74F43BB-9352-4C7C-B3A9-7B978160C468}" srcOrd="6" destOrd="0" presId="urn:microsoft.com/office/officeart/2005/8/layout/list1"/>
    <dgm:cxn modelId="{E2888171-2CA5-4BE8-8394-6FA2844985C8}" type="presParOf" srcId="{D9440EBA-9B94-4FC5-8A90-E08A0D75ADD8}" destId="{32F5C3BA-98DF-4094-BF9D-D612FC4A73BA}" srcOrd="7" destOrd="0" presId="urn:microsoft.com/office/officeart/2005/8/layout/list1"/>
    <dgm:cxn modelId="{33CFA6AC-9C75-4698-AE02-5C0EE6AC5A92}" type="presParOf" srcId="{D9440EBA-9B94-4FC5-8A90-E08A0D75ADD8}" destId="{EBDDCD9C-5DAD-4685-AA4E-4768460420A2}" srcOrd="8" destOrd="0" presId="urn:microsoft.com/office/officeart/2005/8/layout/list1"/>
    <dgm:cxn modelId="{582A22B2-F84E-4E54-9036-853E23F06A82}" type="presParOf" srcId="{EBDDCD9C-5DAD-4685-AA4E-4768460420A2}" destId="{485D1A70-2941-413C-813F-CFBD432A0216}" srcOrd="0" destOrd="0" presId="urn:microsoft.com/office/officeart/2005/8/layout/list1"/>
    <dgm:cxn modelId="{46C0AF51-E8E4-414D-9300-9B54CDFA05C0}" type="presParOf" srcId="{EBDDCD9C-5DAD-4685-AA4E-4768460420A2}" destId="{72C90118-B46F-4085-A330-82EB5EF4A189}" srcOrd="1" destOrd="0" presId="urn:microsoft.com/office/officeart/2005/8/layout/list1"/>
    <dgm:cxn modelId="{8897BF96-4393-4930-A13D-FC751C2034B7}" type="presParOf" srcId="{D9440EBA-9B94-4FC5-8A90-E08A0D75ADD8}" destId="{9526005F-5734-4F53-ABDA-94590475C925}" srcOrd="9" destOrd="0" presId="urn:microsoft.com/office/officeart/2005/8/layout/list1"/>
    <dgm:cxn modelId="{05967F60-B5C6-43D2-B1BF-FEA63D58583A}" type="presParOf" srcId="{D9440EBA-9B94-4FC5-8A90-E08A0D75ADD8}" destId="{C4328771-2F43-4B7F-A3AF-0CF5414C3237}" srcOrd="10" destOrd="0" presId="urn:microsoft.com/office/officeart/2005/8/layout/list1"/>
    <dgm:cxn modelId="{41CD80FB-C89A-4DB8-AA31-DBEF24BF2C1E}" type="presParOf" srcId="{D9440EBA-9B94-4FC5-8A90-E08A0D75ADD8}" destId="{B7FE2A5E-C4EA-46C6-A5F7-386205947A88}" srcOrd="11" destOrd="0" presId="urn:microsoft.com/office/officeart/2005/8/layout/list1"/>
    <dgm:cxn modelId="{C5BCF64F-A768-4ED0-B7D5-C51B70950F67}" type="presParOf" srcId="{D9440EBA-9B94-4FC5-8A90-E08A0D75ADD8}" destId="{B14D5C25-E52C-4FF1-B06F-C274C8995148}" srcOrd="12" destOrd="0" presId="urn:microsoft.com/office/officeart/2005/8/layout/list1"/>
    <dgm:cxn modelId="{6C71379E-5174-4352-B5E9-0822E4FE7BDD}" type="presParOf" srcId="{B14D5C25-E52C-4FF1-B06F-C274C8995148}" destId="{172A7EA1-5914-4DEF-8B42-BE68EA360F9B}" srcOrd="0" destOrd="0" presId="urn:microsoft.com/office/officeart/2005/8/layout/list1"/>
    <dgm:cxn modelId="{19CD0023-E10E-4B48-A39F-200DCF8859C3}" type="presParOf" srcId="{B14D5C25-E52C-4FF1-B06F-C274C8995148}" destId="{4455D761-5BC7-475F-91AB-48AFBB11511C}" srcOrd="1" destOrd="0" presId="urn:microsoft.com/office/officeart/2005/8/layout/list1"/>
    <dgm:cxn modelId="{C9AF077A-D15F-4064-A2F5-875053951DF4}" type="presParOf" srcId="{D9440EBA-9B94-4FC5-8A90-E08A0D75ADD8}" destId="{2542B055-EE3A-47C9-961F-9C8F3657B2E4}" srcOrd="13" destOrd="0" presId="urn:microsoft.com/office/officeart/2005/8/layout/list1"/>
    <dgm:cxn modelId="{C5D2B968-D396-4527-94F0-0A719D8023CB}" type="presParOf" srcId="{D9440EBA-9B94-4FC5-8A90-E08A0D75ADD8}" destId="{ED1C5359-5E82-4D6A-A3FC-F81ECE3777D5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54D38E-8344-4D14-9991-57B41796F1DA}">
      <dsp:nvSpPr>
        <dsp:cNvPr id="0" name=""/>
        <dsp:cNvSpPr/>
      </dsp:nvSpPr>
      <dsp:spPr>
        <a:xfrm rot="5400000">
          <a:off x="600136" y="1328806"/>
          <a:ext cx="1175214" cy="1337940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ABED48-95B0-41BB-9344-6F8D26994648}">
      <dsp:nvSpPr>
        <dsp:cNvPr id="0" name=""/>
        <dsp:cNvSpPr/>
      </dsp:nvSpPr>
      <dsp:spPr>
        <a:xfrm>
          <a:off x="288775" y="26057"/>
          <a:ext cx="1978369" cy="1384794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/>
            <a:t>Определить вид деятельности</a:t>
          </a:r>
        </a:p>
      </dsp:txBody>
      <dsp:txXfrm>
        <a:off x="356387" y="93669"/>
        <a:ext cx="1843145" cy="1249570"/>
      </dsp:txXfrm>
    </dsp:sp>
    <dsp:sp modelId="{75FC1E69-0D0A-4DF8-A95E-F6EECDEAD3D5}">
      <dsp:nvSpPr>
        <dsp:cNvPr id="0" name=""/>
        <dsp:cNvSpPr/>
      </dsp:nvSpPr>
      <dsp:spPr>
        <a:xfrm>
          <a:off x="2267145" y="158129"/>
          <a:ext cx="1438877" cy="11192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0DBBF27-9BE4-4139-8850-E2BD87916259}">
      <dsp:nvSpPr>
        <dsp:cNvPr id="0" name=""/>
        <dsp:cNvSpPr/>
      </dsp:nvSpPr>
      <dsp:spPr>
        <a:xfrm rot="5400000">
          <a:off x="2240414" y="2884387"/>
          <a:ext cx="1175214" cy="1337940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040C0C-6E87-4443-A424-B7B2567D76A2}">
      <dsp:nvSpPr>
        <dsp:cNvPr id="0" name=""/>
        <dsp:cNvSpPr/>
      </dsp:nvSpPr>
      <dsp:spPr>
        <a:xfrm>
          <a:off x="1929054" y="1581638"/>
          <a:ext cx="1978369" cy="1384794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/>
            <a:t>Распределить затраты </a:t>
          </a:r>
          <a:r>
            <a:rPr lang="ru-RU" sz="1800" kern="1200"/>
            <a:t>на них</a:t>
          </a:r>
          <a:endParaRPr lang="ru-RU" sz="1800" kern="1200" dirty="0"/>
        </a:p>
      </dsp:txBody>
      <dsp:txXfrm>
        <a:off x="1996666" y="1649250"/>
        <a:ext cx="1843145" cy="1249570"/>
      </dsp:txXfrm>
    </dsp:sp>
    <dsp:sp modelId="{C1CA490C-70EA-4DB5-8B7F-04FD63EC4FD1}">
      <dsp:nvSpPr>
        <dsp:cNvPr id="0" name=""/>
        <dsp:cNvSpPr/>
      </dsp:nvSpPr>
      <dsp:spPr>
        <a:xfrm>
          <a:off x="3907423" y="1713710"/>
          <a:ext cx="1438877" cy="11192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4247301-ECBD-4B91-8B4F-C80C34CAA215}">
      <dsp:nvSpPr>
        <dsp:cNvPr id="0" name=""/>
        <dsp:cNvSpPr/>
      </dsp:nvSpPr>
      <dsp:spPr>
        <a:xfrm>
          <a:off x="3569332" y="3137219"/>
          <a:ext cx="1978369" cy="1384794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/>
            <a:t>Отнести затраты на продукты</a:t>
          </a:r>
          <a:r>
            <a:rPr lang="en-US" sz="1800" kern="1200"/>
            <a:t>/</a:t>
          </a:r>
          <a:r>
            <a:rPr lang="ru-RU" sz="1800" kern="1200"/>
            <a:t>услуги</a:t>
          </a:r>
          <a:endParaRPr lang="ru-RU" sz="1800" kern="1200" dirty="0"/>
        </a:p>
      </dsp:txBody>
      <dsp:txXfrm>
        <a:off x="3636944" y="3204831"/>
        <a:ext cx="1843145" cy="124957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54D38E-8344-4D14-9991-57B41796F1DA}">
      <dsp:nvSpPr>
        <dsp:cNvPr id="0" name=""/>
        <dsp:cNvSpPr/>
      </dsp:nvSpPr>
      <dsp:spPr>
        <a:xfrm rot="5400000">
          <a:off x="665072" y="1387330"/>
          <a:ext cx="1240711" cy="1412505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ABED48-95B0-41BB-9344-6F8D26994648}">
      <dsp:nvSpPr>
        <dsp:cNvPr id="0" name=""/>
        <dsp:cNvSpPr/>
      </dsp:nvSpPr>
      <dsp:spPr>
        <a:xfrm>
          <a:off x="336359" y="11977"/>
          <a:ext cx="2088627" cy="1461971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kern="1200" dirty="0"/>
            <a:t>Посчитать количество </a:t>
          </a:r>
          <a:r>
            <a:rPr lang="ru-RU" sz="1900" kern="1200" dirty="0" err="1"/>
            <a:t>трудочасов</a:t>
          </a:r>
          <a:endParaRPr lang="ru-RU" sz="1900" kern="1200" dirty="0"/>
        </a:p>
      </dsp:txBody>
      <dsp:txXfrm>
        <a:off x="407739" y="83357"/>
        <a:ext cx="1945867" cy="1319211"/>
      </dsp:txXfrm>
    </dsp:sp>
    <dsp:sp modelId="{75FC1E69-0D0A-4DF8-A95E-F6EECDEAD3D5}">
      <dsp:nvSpPr>
        <dsp:cNvPr id="0" name=""/>
        <dsp:cNvSpPr/>
      </dsp:nvSpPr>
      <dsp:spPr>
        <a:xfrm>
          <a:off x="2424986" y="151409"/>
          <a:ext cx="1519068" cy="11816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4247301-ECBD-4B91-8B4F-C80C34CAA215}">
      <dsp:nvSpPr>
        <dsp:cNvPr id="0" name=""/>
        <dsp:cNvSpPr/>
      </dsp:nvSpPr>
      <dsp:spPr>
        <a:xfrm>
          <a:off x="2068053" y="1654253"/>
          <a:ext cx="2088627" cy="1461971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kern="1200" dirty="0"/>
            <a:t>Отнести затраты на продукты</a:t>
          </a:r>
          <a:r>
            <a:rPr lang="en-US" sz="1900" kern="1200" dirty="0"/>
            <a:t>/</a:t>
          </a:r>
          <a:r>
            <a:rPr lang="ru-RU" sz="1900" kern="1200" dirty="0"/>
            <a:t>услуги</a:t>
          </a:r>
        </a:p>
      </dsp:txBody>
      <dsp:txXfrm>
        <a:off x="2139433" y="1725633"/>
        <a:ext cx="1945867" cy="131921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4CFB7D-68F7-4D12-8C60-A3A597E2BCFC}">
      <dsp:nvSpPr>
        <dsp:cNvPr id="0" name=""/>
        <dsp:cNvSpPr/>
      </dsp:nvSpPr>
      <dsp:spPr>
        <a:xfrm>
          <a:off x="2995" y="44526"/>
          <a:ext cx="2920991" cy="10368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/>
            <a:t>Деятельности </a:t>
          </a:r>
        </a:p>
      </dsp:txBody>
      <dsp:txXfrm>
        <a:off x="2995" y="44526"/>
        <a:ext cx="2920991" cy="1036800"/>
      </dsp:txXfrm>
    </dsp:sp>
    <dsp:sp modelId="{54371F5A-4E2A-401F-82D6-4C159A4C2A1F}">
      <dsp:nvSpPr>
        <dsp:cNvPr id="0" name=""/>
        <dsp:cNvSpPr/>
      </dsp:nvSpPr>
      <dsp:spPr>
        <a:xfrm>
          <a:off x="2995" y="1066216"/>
          <a:ext cx="2920991" cy="158112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ru-RU" sz="2400" kern="1200" dirty="0"/>
            <a:t>процессы 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ru-RU" sz="2400" kern="1200" dirty="0"/>
            <a:t>операции</a:t>
          </a:r>
        </a:p>
      </dsp:txBody>
      <dsp:txXfrm>
        <a:off x="2995" y="1066216"/>
        <a:ext cx="2920991" cy="1581120"/>
      </dsp:txXfrm>
    </dsp:sp>
    <dsp:sp modelId="{B721D39B-101F-4EB0-843F-2C33A9838E16}">
      <dsp:nvSpPr>
        <dsp:cNvPr id="0" name=""/>
        <dsp:cNvSpPr/>
      </dsp:nvSpPr>
      <dsp:spPr>
        <a:xfrm>
          <a:off x="3332925" y="44526"/>
          <a:ext cx="2920991" cy="10368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/>
            <a:t>Ресурсы </a:t>
          </a:r>
        </a:p>
      </dsp:txBody>
      <dsp:txXfrm>
        <a:off x="3332925" y="44526"/>
        <a:ext cx="2920991" cy="1036800"/>
      </dsp:txXfrm>
    </dsp:sp>
    <dsp:sp modelId="{4E4643DE-F31B-4460-BD7F-A027D45ECAE7}">
      <dsp:nvSpPr>
        <dsp:cNvPr id="0" name=""/>
        <dsp:cNvSpPr/>
      </dsp:nvSpPr>
      <dsp:spPr>
        <a:xfrm>
          <a:off x="3332925" y="1066216"/>
          <a:ext cx="2920991" cy="158112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ru-RU" sz="2400" kern="1200" dirty="0"/>
            <a:t>зарплата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ru-RU" sz="2400" kern="1200" dirty="0"/>
            <a:t>материалы</a:t>
          </a:r>
        </a:p>
      </dsp:txBody>
      <dsp:txXfrm>
        <a:off x="3332925" y="1066216"/>
        <a:ext cx="2920991" cy="1581120"/>
      </dsp:txXfrm>
    </dsp:sp>
    <dsp:sp modelId="{6A859624-B35C-4ABC-B34A-94308A4E292B}">
      <dsp:nvSpPr>
        <dsp:cNvPr id="0" name=""/>
        <dsp:cNvSpPr/>
      </dsp:nvSpPr>
      <dsp:spPr>
        <a:xfrm>
          <a:off x="6662855" y="44526"/>
          <a:ext cx="2920991" cy="10368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/>
            <a:t>Драйверы затрат </a:t>
          </a:r>
        </a:p>
      </dsp:txBody>
      <dsp:txXfrm>
        <a:off x="6662855" y="44526"/>
        <a:ext cx="2920991" cy="1036800"/>
      </dsp:txXfrm>
    </dsp:sp>
    <dsp:sp modelId="{FDACCA5A-B048-4F19-B0BA-1A85234AF95F}">
      <dsp:nvSpPr>
        <dsp:cNvPr id="0" name=""/>
        <dsp:cNvSpPr/>
      </dsp:nvSpPr>
      <dsp:spPr>
        <a:xfrm>
          <a:off x="6662855" y="1066216"/>
          <a:ext cx="2920991" cy="158112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ru-RU" sz="2400" kern="1200" dirty="0"/>
            <a:t>количество заказов 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ru-RU" sz="2400" kern="1200" dirty="0"/>
            <a:t> </a:t>
          </a:r>
        </a:p>
      </dsp:txBody>
      <dsp:txXfrm>
        <a:off x="6662855" y="1066216"/>
        <a:ext cx="2920991" cy="158112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84A56D-089B-408C-8F7E-50A523FFEC31}">
      <dsp:nvSpPr>
        <dsp:cNvPr id="0" name=""/>
        <dsp:cNvSpPr/>
      </dsp:nvSpPr>
      <dsp:spPr>
        <a:xfrm>
          <a:off x="0" y="4236690"/>
          <a:ext cx="7569201" cy="69506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ru-RU" sz="2400" kern="1200"/>
            <a:t>Отнесение затрат на продукты или услуги </a:t>
          </a:r>
          <a:endParaRPr lang="ru-RU" sz="2400" kern="1200" dirty="0"/>
        </a:p>
      </dsp:txBody>
      <dsp:txXfrm>
        <a:off x="0" y="4236690"/>
        <a:ext cx="7569201" cy="695064"/>
      </dsp:txXfrm>
    </dsp:sp>
    <dsp:sp modelId="{B21372C6-234F-496F-9422-7C21CE3FE1ED}">
      <dsp:nvSpPr>
        <dsp:cNvPr id="0" name=""/>
        <dsp:cNvSpPr/>
      </dsp:nvSpPr>
      <dsp:spPr>
        <a:xfrm rot="10800000">
          <a:off x="0" y="3178107"/>
          <a:ext cx="7569201" cy="1069009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ru-RU" sz="2400" kern="1200"/>
            <a:t>Расчет ставок затрат для каждой деятельности </a:t>
          </a:r>
          <a:endParaRPr lang="ru-RU" sz="2400" kern="1200" dirty="0"/>
        </a:p>
      </dsp:txBody>
      <dsp:txXfrm rot="10800000">
        <a:off x="0" y="3178107"/>
        <a:ext cx="7569201" cy="694610"/>
      </dsp:txXfrm>
    </dsp:sp>
    <dsp:sp modelId="{4112D944-EE9A-43C6-8510-EDC242A44C8A}">
      <dsp:nvSpPr>
        <dsp:cNvPr id="0" name=""/>
        <dsp:cNvSpPr/>
      </dsp:nvSpPr>
      <dsp:spPr>
        <a:xfrm rot="10800000">
          <a:off x="0" y="2119524"/>
          <a:ext cx="7569201" cy="1069009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ru-RU" sz="2400" kern="1200" dirty="0"/>
            <a:t>Выбор драйверов затрат </a:t>
          </a:r>
        </a:p>
      </dsp:txBody>
      <dsp:txXfrm rot="10800000">
        <a:off x="0" y="2119524"/>
        <a:ext cx="7569201" cy="694610"/>
      </dsp:txXfrm>
    </dsp:sp>
    <dsp:sp modelId="{F711734C-67ED-4C0A-BCC2-91CDE42BA7C6}">
      <dsp:nvSpPr>
        <dsp:cNvPr id="0" name=""/>
        <dsp:cNvSpPr/>
      </dsp:nvSpPr>
      <dsp:spPr>
        <a:xfrm rot="10800000">
          <a:off x="0" y="1060941"/>
          <a:ext cx="7569201" cy="1069009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ru-RU" sz="2400" kern="1200" dirty="0"/>
            <a:t>Распределение ресурсов по видам деятельности </a:t>
          </a:r>
        </a:p>
      </dsp:txBody>
      <dsp:txXfrm rot="10800000">
        <a:off x="0" y="1060941"/>
        <a:ext cx="7569201" cy="694610"/>
      </dsp:txXfrm>
    </dsp:sp>
    <dsp:sp modelId="{BB87AC7F-7DB3-44B0-A982-B84E214B3E67}">
      <dsp:nvSpPr>
        <dsp:cNvPr id="0" name=""/>
        <dsp:cNvSpPr/>
      </dsp:nvSpPr>
      <dsp:spPr>
        <a:xfrm rot="10800000">
          <a:off x="0" y="2358"/>
          <a:ext cx="7569201" cy="1069009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ru-RU" sz="2400" kern="1200" dirty="0"/>
            <a:t>Определение основных видов деятельности </a:t>
          </a:r>
        </a:p>
      </dsp:txBody>
      <dsp:txXfrm rot="10800000">
        <a:off x="0" y="2358"/>
        <a:ext cx="7569201" cy="69461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FEDB9F-FEDC-45BC-8158-0E26B8D04A6B}">
      <dsp:nvSpPr>
        <dsp:cNvPr id="0" name=""/>
        <dsp:cNvSpPr/>
      </dsp:nvSpPr>
      <dsp:spPr>
        <a:xfrm>
          <a:off x="0" y="356376"/>
          <a:ext cx="7569201" cy="55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9FCD97-3C9B-44BC-A4BE-131CBF847E7C}">
      <dsp:nvSpPr>
        <dsp:cNvPr id="0" name=""/>
        <dsp:cNvSpPr/>
      </dsp:nvSpPr>
      <dsp:spPr>
        <a:xfrm>
          <a:off x="378460" y="31656"/>
          <a:ext cx="5298440" cy="6494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268" tIns="0" rIns="200268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ru-RU" sz="2400" kern="1200" dirty="0"/>
            <a:t>Более точное определение себестоимости продукции</a:t>
          </a:r>
        </a:p>
      </dsp:txBody>
      <dsp:txXfrm>
        <a:off x="410163" y="63359"/>
        <a:ext cx="5235034" cy="586034"/>
      </dsp:txXfrm>
    </dsp:sp>
    <dsp:sp modelId="{A74F43BB-9352-4C7C-B3A9-7B978160C468}">
      <dsp:nvSpPr>
        <dsp:cNvPr id="0" name=""/>
        <dsp:cNvSpPr/>
      </dsp:nvSpPr>
      <dsp:spPr>
        <a:xfrm>
          <a:off x="0" y="1354297"/>
          <a:ext cx="7569201" cy="55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C3472F-E7EB-4F83-A98C-B37774946C64}">
      <dsp:nvSpPr>
        <dsp:cNvPr id="0" name=""/>
        <dsp:cNvSpPr/>
      </dsp:nvSpPr>
      <dsp:spPr>
        <a:xfrm>
          <a:off x="378460" y="1029577"/>
          <a:ext cx="5298440" cy="6494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268" tIns="0" rIns="200268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ru-RU" sz="2400" kern="1200" dirty="0"/>
            <a:t>Выявление неэффективных процессов </a:t>
          </a:r>
        </a:p>
      </dsp:txBody>
      <dsp:txXfrm>
        <a:off x="410163" y="1061280"/>
        <a:ext cx="5235034" cy="586034"/>
      </dsp:txXfrm>
    </dsp:sp>
    <dsp:sp modelId="{C4328771-2F43-4B7F-A3AF-0CF5414C3237}">
      <dsp:nvSpPr>
        <dsp:cNvPr id="0" name=""/>
        <dsp:cNvSpPr/>
      </dsp:nvSpPr>
      <dsp:spPr>
        <a:xfrm>
          <a:off x="0" y="2352217"/>
          <a:ext cx="7569201" cy="55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C90118-B46F-4085-A330-82EB5EF4A189}">
      <dsp:nvSpPr>
        <dsp:cNvPr id="0" name=""/>
        <dsp:cNvSpPr/>
      </dsp:nvSpPr>
      <dsp:spPr>
        <a:xfrm>
          <a:off x="378460" y="2027497"/>
          <a:ext cx="5298440" cy="6494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268" tIns="0" rIns="200268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ru-RU" sz="2400" kern="1200" dirty="0"/>
            <a:t>Улучшение управленческих решений </a:t>
          </a:r>
        </a:p>
      </dsp:txBody>
      <dsp:txXfrm>
        <a:off x="410163" y="2059200"/>
        <a:ext cx="5235034" cy="586034"/>
      </dsp:txXfrm>
    </dsp:sp>
    <dsp:sp modelId="{ED1C5359-5E82-4D6A-A3FC-F81ECE3777D5}">
      <dsp:nvSpPr>
        <dsp:cNvPr id="0" name=""/>
        <dsp:cNvSpPr/>
      </dsp:nvSpPr>
      <dsp:spPr>
        <a:xfrm>
          <a:off x="0" y="3350137"/>
          <a:ext cx="7569201" cy="55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55D761-5BC7-475F-91AB-48AFBB11511C}">
      <dsp:nvSpPr>
        <dsp:cNvPr id="0" name=""/>
        <dsp:cNvSpPr/>
      </dsp:nvSpPr>
      <dsp:spPr>
        <a:xfrm>
          <a:off x="378460" y="3025417"/>
          <a:ext cx="5298440" cy="6494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268" tIns="0" rIns="200268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ru-RU" sz="2400" kern="1200"/>
            <a:t>Возможность оптимизации затрат </a:t>
          </a:r>
          <a:endParaRPr lang="ru-RU" sz="2400" kern="1200" dirty="0"/>
        </a:p>
      </dsp:txBody>
      <dsp:txXfrm>
        <a:off x="410163" y="3057120"/>
        <a:ext cx="5235034" cy="586034"/>
      </dsp:txXfrm>
    </dsp:sp>
    <dsp:sp modelId="{1AB25974-2022-4A7A-A9CD-8EF1FBC7F673}">
      <dsp:nvSpPr>
        <dsp:cNvPr id="0" name=""/>
        <dsp:cNvSpPr/>
      </dsp:nvSpPr>
      <dsp:spPr>
        <a:xfrm>
          <a:off x="0" y="4348057"/>
          <a:ext cx="7569201" cy="55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5062A3-B45F-41A5-9930-DA7363452B2D}">
      <dsp:nvSpPr>
        <dsp:cNvPr id="0" name=""/>
        <dsp:cNvSpPr/>
      </dsp:nvSpPr>
      <dsp:spPr>
        <a:xfrm>
          <a:off x="378460" y="4023337"/>
          <a:ext cx="5298440" cy="6494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268" tIns="0" rIns="200268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ru-RU" sz="2400" kern="1200" dirty="0"/>
            <a:t>Поддержка стратегического планирования </a:t>
          </a:r>
        </a:p>
      </dsp:txBody>
      <dsp:txXfrm>
        <a:off x="410163" y="4055040"/>
        <a:ext cx="5235034" cy="58603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FEDB9F-FEDC-45BC-8158-0E26B8D04A6B}">
      <dsp:nvSpPr>
        <dsp:cNvPr id="0" name=""/>
        <dsp:cNvSpPr/>
      </dsp:nvSpPr>
      <dsp:spPr>
        <a:xfrm>
          <a:off x="0" y="415776"/>
          <a:ext cx="7569201" cy="705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9FCD97-3C9B-44BC-A4BE-131CBF847E7C}">
      <dsp:nvSpPr>
        <dsp:cNvPr id="0" name=""/>
        <dsp:cNvSpPr/>
      </dsp:nvSpPr>
      <dsp:spPr>
        <a:xfrm>
          <a:off x="378460" y="2496"/>
          <a:ext cx="5298440" cy="8265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268" tIns="0" rIns="200268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ru-RU" sz="2400" kern="1200" dirty="0"/>
            <a:t>Сложность внедрения </a:t>
          </a:r>
        </a:p>
      </dsp:txBody>
      <dsp:txXfrm>
        <a:off x="418809" y="42845"/>
        <a:ext cx="5217742" cy="745862"/>
      </dsp:txXfrm>
    </dsp:sp>
    <dsp:sp modelId="{A74F43BB-9352-4C7C-B3A9-7B978160C468}">
      <dsp:nvSpPr>
        <dsp:cNvPr id="0" name=""/>
        <dsp:cNvSpPr/>
      </dsp:nvSpPr>
      <dsp:spPr>
        <a:xfrm>
          <a:off x="0" y="1685857"/>
          <a:ext cx="7569201" cy="705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C3472F-E7EB-4F83-A98C-B37774946C64}">
      <dsp:nvSpPr>
        <dsp:cNvPr id="0" name=""/>
        <dsp:cNvSpPr/>
      </dsp:nvSpPr>
      <dsp:spPr>
        <a:xfrm>
          <a:off x="378460" y="1272576"/>
          <a:ext cx="5298440" cy="8265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268" tIns="0" rIns="200268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ru-RU" sz="2400" kern="1200" dirty="0"/>
            <a:t>Высокие затраты на сбор данных </a:t>
          </a:r>
        </a:p>
      </dsp:txBody>
      <dsp:txXfrm>
        <a:off x="418809" y="1312925"/>
        <a:ext cx="5217742" cy="745862"/>
      </dsp:txXfrm>
    </dsp:sp>
    <dsp:sp modelId="{C4328771-2F43-4B7F-A3AF-0CF5414C3237}">
      <dsp:nvSpPr>
        <dsp:cNvPr id="0" name=""/>
        <dsp:cNvSpPr/>
      </dsp:nvSpPr>
      <dsp:spPr>
        <a:xfrm>
          <a:off x="0" y="2955937"/>
          <a:ext cx="7569201" cy="705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C90118-B46F-4085-A330-82EB5EF4A189}">
      <dsp:nvSpPr>
        <dsp:cNvPr id="0" name=""/>
        <dsp:cNvSpPr/>
      </dsp:nvSpPr>
      <dsp:spPr>
        <a:xfrm>
          <a:off x="378460" y="2542657"/>
          <a:ext cx="5298440" cy="8265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268" tIns="0" rIns="200268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ru-RU" sz="2400" kern="1200" dirty="0"/>
            <a:t>Требует регулярного обновления информации </a:t>
          </a:r>
        </a:p>
      </dsp:txBody>
      <dsp:txXfrm>
        <a:off x="418809" y="2583006"/>
        <a:ext cx="5217742" cy="745862"/>
      </dsp:txXfrm>
    </dsp:sp>
    <dsp:sp modelId="{ED1C5359-5E82-4D6A-A3FC-F81ECE3777D5}">
      <dsp:nvSpPr>
        <dsp:cNvPr id="0" name=""/>
        <dsp:cNvSpPr/>
      </dsp:nvSpPr>
      <dsp:spPr>
        <a:xfrm>
          <a:off x="0" y="4226017"/>
          <a:ext cx="7569201" cy="705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55D761-5BC7-475F-91AB-48AFBB11511C}">
      <dsp:nvSpPr>
        <dsp:cNvPr id="0" name=""/>
        <dsp:cNvSpPr/>
      </dsp:nvSpPr>
      <dsp:spPr>
        <a:xfrm>
          <a:off x="378460" y="3812737"/>
          <a:ext cx="5298440" cy="8265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268" tIns="0" rIns="200268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ru-RU" sz="2400" kern="1200" dirty="0"/>
            <a:t>Может быть избыточным для небольших компаний</a:t>
          </a:r>
        </a:p>
      </dsp:txBody>
      <dsp:txXfrm>
        <a:off x="418809" y="3853086"/>
        <a:ext cx="5217742" cy="7458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B735DC24-526C-81F8-9DF8-B4931FBA563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A0A610B-7A81-4CE3-8162-236A689A50D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574F3D-42E0-4A72-BB15-FEEFA00A8C87}" type="datetimeFigureOut">
              <a:rPr lang="ru-RU" smtClean="0"/>
              <a:t>29.03.2026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2C8B893-20FE-1DC2-8F96-2232DBE8476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B3A27C2-D6D6-6F76-9FF0-BED15500873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A7E86D-A132-4DAF-B3FF-F7AA28123C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555758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657816-A24D-4928-AF2B-A04B375111FB}" type="datetimeFigureOut">
              <a:rPr lang="ru-RU" smtClean="0"/>
              <a:t>29.03.2026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E3245D-039D-4E3B-BE2B-5F0A4ACD7E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790506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6C36C1-1AD7-8D1F-9B03-52302DB1C1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B39BD8C-0934-EC8B-6A9F-06FDE5977D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B021564-BF1E-FC7D-BE53-3714FD253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EBE0D-9C57-4A4A-94C6-190D92E06281}" type="datetime1">
              <a:rPr lang="ru-RU" smtClean="0"/>
              <a:t>29.03.2026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9AD17B4-CE12-8515-519B-E4008F61B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02D18E9-07A6-4583-4A35-DF29E4DE5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6E855-2292-473D-99EB-17C69DA767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0518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0BB04B-6D01-7EA2-72F1-DD61A92BF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34DDC3E-27C6-BA93-60A3-61CD2940A6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4954F04-3728-E606-8FED-789E9485F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E044A-2533-41FD-8279-E4D173C1F810}" type="datetime1">
              <a:rPr lang="ru-RU" smtClean="0"/>
              <a:t>29.03.2026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8101A62-942C-3431-D03C-F157F8B57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3720CC7-B193-3E3D-83BB-C6ED9EF97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6E855-2292-473D-99EB-17C69DA767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70778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F6D2AB-7132-ED33-0ACD-33A1E197C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520E0E5-E9C0-DDD9-7BDF-74C73560B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B99915F-A3DD-9A69-00A9-5807008B8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C53B0-D1DB-4D1F-A664-FEA166BEF522}" type="datetime1">
              <a:rPr lang="ru-RU" smtClean="0"/>
              <a:t>29.03.2026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54F1892-E061-C6E2-A319-D8EBBFBB8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ECA92DC-FE14-77D5-39CA-88BBC8557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6E855-2292-473D-99EB-17C69DA767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2075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22C28C-DE16-62FA-327B-671264676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95FE5EA-4F59-9E2B-F690-B7FE7FD340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35F252E-CAE0-2848-9989-9C98F0DDD1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FC828E5-D6C5-29D5-6523-3BD653CFA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2612F-9D4B-466C-834E-7C95B1A5DE4D}" type="datetime1">
              <a:rPr lang="ru-RU" smtClean="0"/>
              <a:t>29.03.2026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C9C4D04-23F4-BC1C-B6ED-54A322E97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C076ED7-DC2F-0E0F-12E7-00F1DA8A0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6E855-2292-473D-99EB-17C69DA767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4814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C3822B-1EB9-3215-0732-CB3CAC5A1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CC3425C-4D24-BAB7-AB53-3D9A891A4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629008F-0C61-BC25-11BD-7314EAD930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14CDB09-6C7D-92EB-87AC-4E64299C3E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9A6203B-AFB0-A852-A84C-8020861D2C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B7BBE282-91B0-02AE-F20A-6CC7F5FFE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87E8F-95CB-46F2-8677-85001041AD07}" type="datetime1">
              <a:rPr lang="ru-RU" smtClean="0"/>
              <a:t>29.03.2026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BA05C2A-72A0-1FCA-E6C9-2CB952F0D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370865E-E2C3-DAC0-7A8C-72228928E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6E855-2292-473D-99EB-17C69DA767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9145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2621D1-E920-D0CD-87BE-844FEE5A4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B59F917-CF64-5A0A-4F31-4B054A116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0D01A-1328-4A18-B583-F796910629F0}" type="datetime1">
              <a:rPr lang="ru-RU" smtClean="0"/>
              <a:t>29.03.2026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D1EC542-267E-A4C8-F432-DA24A40D9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6ED4A9A-A575-92E1-5808-2E0007D71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6E855-2292-473D-99EB-17C69DA767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7521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4C405B6-C6A6-B20E-C370-9D89480FF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6EF01-3957-49F2-815F-AECFA400DBB2}" type="datetime1">
              <a:rPr lang="ru-RU" smtClean="0"/>
              <a:t>29.03.2026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E73FEC4-2D7A-7FAB-DA19-5FB736FC3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F535002-6C3B-4E65-AFD0-D464CE257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6E855-2292-473D-99EB-17C69DA767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04349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1382E0-CD1E-040D-7A8A-ED961B21D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F3B3543-0AFC-C08D-DF96-946E2F378D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A384543-2E96-47A0-A1B8-08132EE6BE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FFE56B1-B694-CAD3-1A22-AEE2B6A33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BF73A-AC30-4448-B85F-CA5236BC677E}" type="datetime1">
              <a:rPr lang="ru-RU" smtClean="0"/>
              <a:t>29.03.2026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839B09F-ECE7-EEB7-B962-66844EC89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A557079-7959-6EFE-0D56-9AC2781F8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6E855-2292-473D-99EB-17C69DA767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5013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326988-4D77-5F58-447A-C434EC99D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CCA606C-2A1D-2841-6C76-09D38C1578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F0280A7-F4F5-1E1B-193C-5333DE89A5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19742C2-4378-0AA9-7C2D-5F47DF09B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FCC2C-8EF1-48E0-9F1D-D31B13BA9AFC}" type="datetime1">
              <a:rPr lang="ru-RU" smtClean="0"/>
              <a:t>29.03.2026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A2E16C7-D709-0D24-CC31-13172518B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D6B92D6-DFC8-F887-5969-A7E50272A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6E855-2292-473D-99EB-17C69DA767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71153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2846A0-FB3A-BE74-05CE-FE945A39A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20F3133-0054-62AC-0C86-3D7D947349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D2A1D06-BFEB-C213-80F6-5B763AAC7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04ADA-5C49-4457-9C64-C5E995B2258C}" type="datetime1">
              <a:rPr lang="ru-RU" smtClean="0"/>
              <a:t>29.03.2026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6B8CF4E-F83E-E085-B869-D2BA7BA17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40D2959-0BE3-8205-502E-6B0326B7B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6E855-2292-473D-99EB-17C69DA767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343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5793FBD-5427-0386-FE69-EFDE31D571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65D49B1-5394-3A09-5413-5319761A8B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4782F87-FF73-F636-18F7-E81A53801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E9945-B288-4FDB-8BDE-696B848C8FC9}" type="datetime1">
              <a:rPr lang="ru-RU" smtClean="0"/>
              <a:t>29.03.2026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31082C1-6CEE-AAF2-78EF-79B6886DC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68CC4B1-2D76-6C8F-5A97-7C122EC38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6E855-2292-473D-99EB-17C69DA767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0685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117D05-3AA9-AC16-7563-FFB400EEC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12D8271-ED53-3766-4F3F-3E728D596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70BBEB4-08A4-998A-F714-F9E5495CDB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C893FB-03B3-4BE3-8C90-CAF7A0E00136}" type="datetime1">
              <a:rPr lang="ru-RU" smtClean="0"/>
              <a:t>29.03.2026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1EF291C-070A-CD5A-1DBB-A02B59B38A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C324A5A-5795-1AE3-28B4-13ABFA7535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C6E855-2292-473D-99EB-17C69DA767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7011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656A632-8E96-40B4-A5AB-CB2007A62F48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0865" y="261505"/>
            <a:ext cx="890270" cy="1009015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EAB9F5C-DCC2-4358-95FF-30AE9A847E5A}"/>
              </a:ext>
            </a:extLst>
          </p:cNvPr>
          <p:cNvSpPr/>
          <p:nvPr/>
        </p:nvSpPr>
        <p:spPr>
          <a:xfrm rot="10800000" flipV="1">
            <a:off x="1803348" y="1162798"/>
            <a:ext cx="8184714" cy="19236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ctr" eaLnBrk="0" fontAlgn="ctr" hangingPunct="0">
              <a:spcAft>
                <a:spcPts val="0"/>
              </a:spcAft>
            </a:pPr>
            <a:r>
              <a:rPr lang="ru-RU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МИНОБРНАУКИ РОССИИ</a:t>
            </a:r>
          </a:p>
          <a:p>
            <a:pPr indent="450215" algn="ctr" eaLnBrk="0" fontAlgn="ctr" hangingPunct="0">
              <a:spcAft>
                <a:spcPts val="0"/>
              </a:spcAft>
            </a:pPr>
            <a:r>
              <a:rPr lang="ru-RU" sz="1400" spc="-1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Федеральное государственное бюджетное образовательное учреждение</a:t>
            </a:r>
            <a:endParaRPr lang="ru-RU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ctr" eaLnBrk="0" fontAlgn="ctr" hangingPunct="0">
              <a:spcAft>
                <a:spcPts val="0"/>
              </a:spcAft>
            </a:pPr>
            <a:r>
              <a:rPr lang="ru-RU" sz="1400" spc="-1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высшего образования</a:t>
            </a:r>
            <a:endParaRPr lang="ru-RU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ctr">
              <a:spcAft>
                <a:spcPts val="0"/>
              </a:spcAft>
            </a:pPr>
            <a:r>
              <a:rPr lang="ru-RU" sz="1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«МИРЭА – Российский технологический университет»</a:t>
            </a:r>
            <a:endParaRPr lang="ru-RU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ctr" eaLnBrk="0" fontAlgn="ctr" hangingPunct="0">
              <a:spcAft>
                <a:spcPts val="0"/>
              </a:spcAft>
            </a:pPr>
            <a:r>
              <a:rPr lang="ru-RU" sz="1400" b="1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РТУ МИРЭА</a:t>
            </a:r>
            <a:endParaRPr lang="ru-RU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ctr">
              <a:lnSpc>
                <a:spcPct val="150000"/>
              </a:lnSpc>
              <a:spcAft>
                <a:spcPts val="0"/>
              </a:spcAft>
            </a:pPr>
            <a:r>
              <a:rPr lang="ru-RU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Институт информационных технологий</a:t>
            </a:r>
            <a:endParaRPr lang="ru-RU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ru-RU" sz="1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       Кафедра квантовых информационных технологий, практической и прикладной информатики (КИТППИ)</a:t>
            </a:r>
            <a:endParaRPr lang="ru-RU" sz="1400" dirty="0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6FEABEA5-C03D-403A-8C0B-A5BEB14F4B31}"/>
              </a:ext>
            </a:extLst>
          </p:cNvPr>
          <p:cNvCxnSpPr>
            <a:cxnSpLocks/>
          </p:cNvCxnSpPr>
          <p:nvPr/>
        </p:nvCxnSpPr>
        <p:spPr>
          <a:xfrm>
            <a:off x="2568102" y="3086402"/>
            <a:ext cx="714983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1F08E5D6-DE9B-4CCD-9AAE-7E22242A7F34}"/>
              </a:ext>
            </a:extLst>
          </p:cNvPr>
          <p:cNvCxnSpPr>
            <a:cxnSpLocks/>
          </p:cNvCxnSpPr>
          <p:nvPr/>
        </p:nvCxnSpPr>
        <p:spPr>
          <a:xfrm>
            <a:off x="2568102" y="2324153"/>
            <a:ext cx="7042826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ED8B79AF-D833-4E25-B745-8B7928E444C4}"/>
              </a:ext>
            </a:extLst>
          </p:cNvPr>
          <p:cNvSpPr/>
          <p:nvPr/>
        </p:nvSpPr>
        <p:spPr>
          <a:xfrm>
            <a:off x="4589629" y="3244334"/>
            <a:ext cx="30127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0165" algn="ctr">
              <a:spcAft>
                <a:spcPts val="0"/>
              </a:spcAft>
            </a:pPr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Практическая работа №11</a:t>
            </a:r>
            <a:endParaRPr lang="ru-RU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8AA717D8-CFAA-4AAC-92B3-2589E63165C7}"/>
              </a:ext>
            </a:extLst>
          </p:cNvPr>
          <p:cNvSpPr/>
          <p:nvPr/>
        </p:nvSpPr>
        <p:spPr>
          <a:xfrm>
            <a:off x="609599" y="3687380"/>
            <a:ext cx="109728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ru-RU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На тему: 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«Пооперационное исчисление стоимости (</a:t>
            </a:r>
            <a:r>
              <a:rPr lang="ru-RU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Activity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Based </a:t>
            </a:r>
            <a:r>
              <a:rPr lang="ru-RU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Costing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ABC)»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942F2E6-8354-45B7-A719-95B393BC4A5D}"/>
              </a:ext>
            </a:extLst>
          </p:cNvPr>
          <p:cNvSpPr/>
          <p:nvPr/>
        </p:nvSpPr>
        <p:spPr>
          <a:xfrm>
            <a:off x="9337648" y="5695203"/>
            <a:ext cx="265888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1400" b="1" strike="noStrike" spc="-1" dirty="0">
                <a:solidFill>
                  <a:srgbClr val="000000"/>
                </a:solidFill>
                <a:latin typeface="Times New Roman"/>
              </a:rPr>
              <a:t>Преподаватель</a:t>
            </a:r>
            <a:r>
              <a:rPr lang="en-US" sz="1400" b="1" strike="noStrike" spc="-1" dirty="0">
                <a:solidFill>
                  <a:srgbClr val="000000"/>
                </a:solidFill>
                <a:latin typeface="Times New Roman"/>
              </a:rPr>
              <a:t>: </a:t>
            </a:r>
            <a:r>
              <a:rPr lang="ru-RU" sz="1400" b="1" strike="noStrike" spc="-1" dirty="0">
                <a:solidFill>
                  <a:srgbClr val="000000"/>
                </a:solidFill>
                <a:latin typeface="Times New Roman"/>
              </a:rPr>
              <a:t>Зубков М.В.</a:t>
            </a:r>
            <a:endParaRPr lang="en-US" sz="1400" b="0" strike="noStrike" spc="-1" dirty="0">
              <a:latin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75A28A-63CA-45C1-B83B-EE5C7D3D8DF0}"/>
              </a:ext>
            </a:extLst>
          </p:cNvPr>
          <p:cNvSpPr txBox="1"/>
          <p:nvPr/>
        </p:nvSpPr>
        <p:spPr>
          <a:xfrm>
            <a:off x="1968433" y="4207738"/>
            <a:ext cx="82551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 студент группы ИКМО-03-25 Фомичев Роман Алексеевич</a:t>
            </a:r>
          </a:p>
        </p:txBody>
      </p:sp>
      <p:sp>
        <p:nvSpPr>
          <p:cNvPr id="12" name="TextBox 4">
            <a:extLst>
              <a:ext uri="{FF2B5EF4-FFF2-40B4-BE49-F238E27FC236}">
                <a16:creationId xmlns:a16="http://schemas.microsoft.com/office/drawing/2014/main" id="{5C436042-EF8C-4FD9-8B52-6F6FF1D430A8}"/>
              </a:ext>
            </a:extLst>
          </p:cNvPr>
          <p:cNvSpPr/>
          <p:nvPr/>
        </p:nvSpPr>
        <p:spPr>
          <a:xfrm>
            <a:off x="4576680" y="6301800"/>
            <a:ext cx="2517120" cy="6448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ru-RU" sz="1800" b="0" strike="noStrike" spc="-1" dirty="0">
                <a:solidFill>
                  <a:srgbClr val="000000"/>
                </a:solidFill>
                <a:latin typeface="Times New Roman"/>
              </a:rPr>
              <a:t>Москва, 2026</a:t>
            </a:r>
            <a:endParaRPr lang="en-US" sz="18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lang="en-US" sz="18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077645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AFDEADE-9286-5524-C2B0-1CED3D80A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6E855-2292-473D-99EB-17C69DA7672A}" type="slidenum">
              <a:rPr lang="ru-RU" smtClean="0"/>
              <a:t>2</a:t>
            </a:fld>
            <a:endParaRPr lang="ru-RU"/>
          </a:p>
        </p:txBody>
      </p:sp>
      <p:graphicFrame>
        <p:nvGraphicFramePr>
          <p:cNvPr id="3" name="Схема 2">
            <a:extLst>
              <a:ext uri="{FF2B5EF4-FFF2-40B4-BE49-F238E27FC236}">
                <a16:creationId xmlns:a16="http://schemas.microsoft.com/office/drawing/2014/main" id="{D8308120-A5D2-88CC-23C3-AD8C1455593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66418916"/>
              </p:ext>
            </p:extLst>
          </p:nvPr>
        </p:nvGraphicFramePr>
        <p:xfrm>
          <a:off x="5770769" y="1354345"/>
          <a:ext cx="5836478" cy="45480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01D43AD-A1FA-5093-62AF-6A4C242F81CB}"/>
              </a:ext>
            </a:extLst>
          </p:cNvPr>
          <p:cNvSpPr txBox="1"/>
          <p:nvPr/>
        </p:nvSpPr>
        <p:spPr>
          <a:xfrm>
            <a:off x="832402" y="350334"/>
            <a:ext cx="462418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ru-RU" sz="3600" dirty="0"/>
              <a:t>Традиционный подход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67C155-5C77-05F6-AA72-436699D9DC56}"/>
              </a:ext>
            </a:extLst>
          </p:cNvPr>
          <p:cNvSpPr txBox="1"/>
          <p:nvPr/>
        </p:nvSpPr>
        <p:spPr>
          <a:xfrm>
            <a:off x="6096000" y="350333"/>
            <a:ext cx="462418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3600" dirty="0"/>
              <a:t>Activity-Based Costing </a:t>
            </a:r>
            <a:endParaRPr lang="ru-RU" sz="3600" dirty="0"/>
          </a:p>
        </p:txBody>
      </p:sp>
      <p:graphicFrame>
        <p:nvGraphicFramePr>
          <p:cNvPr id="8" name="Схема 7">
            <a:extLst>
              <a:ext uri="{FF2B5EF4-FFF2-40B4-BE49-F238E27FC236}">
                <a16:creationId xmlns:a16="http://schemas.microsoft.com/office/drawing/2014/main" id="{BEC1AE83-6564-83D8-5757-2F528685534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51141040"/>
              </p:ext>
            </p:extLst>
          </p:nvPr>
        </p:nvGraphicFramePr>
        <p:xfrm>
          <a:off x="963543" y="1354345"/>
          <a:ext cx="4493040" cy="31282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7806723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A2E70AEA-1B65-A434-F1B4-0D7316A9C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6E855-2292-473D-99EB-17C69DA7672A}" type="slidenum">
              <a:rPr lang="ru-RU" smtClean="0"/>
              <a:t>3</a:t>
            </a:fld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0BDE63-E4BE-A84D-4A21-8B2722D2CAA1}"/>
              </a:ext>
            </a:extLst>
          </p:cNvPr>
          <p:cNvSpPr txBox="1"/>
          <p:nvPr/>
        </p:nvSpPr>
        <p:spPr>
          <a:xfrm>
            <a:off x="3783909" y="439786"/>
            <a:ext cx="462418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ru-RU" sz="3600" dirty="0"/>
              <a:t>Основные элементы</a:t>
            </a:r>
          </a:p>
        </p:txBody>
      </p:sp>
      <p:graphicFrame>
        <p:nvGraphicFramePr>
          <p:cNvPr id="5" name="Схема 4">
            <a:extLst>
              <a:ext uri="{FF2B5EF4-FFF2-40B4-BE49-F238E27FC236}">
                <a16:creationId xmlns:a16="http://schemas.microsoft.com/office/drawing/2014/main" id="{13BE0B2B-6DC6-69C4-CB7B-9A9A228E907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39255606"/>
              </p:ext>
            </p:extLst>
          </p:nvPr>
        </p:nvGraphicFramePr>
        <p:xfrm>
          <a:off x="1302577" y="2017642"/>
          <a:ext cx="9586843" cy="2647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363724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77108AB-608A-BC2F-FF6D-6D75D5818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6E855-2292-473D-99EB-17C69DA7672A}" type="slidenum">
              <a:rPr lang="ru-RU" smtClean="0"/>
              <a:t>4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54F777-5FBF-34D3-5555-5C8E5670102A}"/>
              </a:ext>
            </a:extLst>
          </p:cNvPr>
          <p:cNvSpPr txBox="1"/>
          <p:nvPr/>
        </p:nvSpPr>
        <p:spPr>
          <a:xfrm>
            <a:off x="3783909" y="439786"/>
            <a:ext cx="462418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ru-RU" sz="3600" dirty="0"/>
              <a:t>Этапы внедрения </a:t>
            </a:r>
            <a:r>
              <a:rPr lang="en-US" sz="3600" dirty="0"/>
              <a:t>ABC</a:t>
            </a:r>
          </a:p>
        </p:txBody>
      </p:sp>
      <p:graphicFrame>
        <p:nvGraphicFramePr>
          <p:cNvPr id="6" name="Схема 5">
            <a:extLst>
              <a:ext uri="{FF2B5EF4-FFF2-40B4-BE49-F238E27FC236}">
                <a16:creationId xmlns:a16="http://schemas.microsoft.com/office/drawing/2014/main" id="{6BF02DE4-831F-A188-5E68-46C76BBFC4F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51176663"/>
              </p:ext>
            </p:extLst>
          </p:nvPr>
        </p:nvGraphicFramePr>
        <p:xfrm>
          <a:off x="2311399" y="1257965"/>
          <a:ext cx="7569201" cy="49341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172315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B2D338-64B3-1310-7E38-310E003B5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06DD1D3A-1950-90FA-1211-88184170C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6E855-2292-473D-99EB-17C69DA7672A}" type="slidenum">
              <a:rPr lang="ru-RU" smtClean="0"/>
              <a:t>5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C53207-A47A-E64C-87CA-B1B63C435C38}"/>
              </a:ext>
            </a:extLst>
          </p:cNvPr>
          <p:cNvSpPr txBox="1"/>
          <p:nvPr/>
        </p:nvSpPr>
        <p:spPr>
          <a:xfrm>
            <a:off x="3147597" y="447363"/>
            <a:ext cx="58968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ru-RU" sz="3600" dirty="0"/>
              <a:t>Преимущества метода </a:t>
            </a:r>
            <a:r>
              <a:rPr lang="en-US" sz="3600" dirty="0"/>
              <a:t>ABC</a:t>
            </a:r>
          </a:p>
        </p:txBody>
      </p:sp>
      <p:graphicFrame>
        <p:nvGraphicFramePr>
          <p:cNvPr id="6" name="Схема 5">
            <a:extLst>
              <a:ext uri="{FF2B5EF4-FFF2-40B4-BE49-F238E27FC236}">
                <a16:creationId xmlns:a16="http://schemas.microsoft.com/office/drawing/2014/main" id="{40F052C7-5BAB-1D7C-C06B-45897816C3D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47318926"/>
              </p:ext>
            </p:extLst>
          </p:nvPr>
        </p:nvGraphicFramePr>
        <p:xfrm>
          <a:off x="2311399" y="1257965"/>
          <a:ext cx="7569201" cy="49341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75088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98678-58E2-F168-E2E1-BF51CB568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A85F1337-29BC-99D6-4DF2-D9E16621E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6E855-2292-473D-99EB-17C69DA7672A}" type="slidenum">
              <a:rPr lang="ru-RU" smtClean="0"/>
              <a:t>6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FB3971-693C-DA0C-D632-0E61E5D65060}"/>
              </a:ext>
            </a:extLst>
          </p:cNvPr>
          <p:cNvSpPr txBox="1"/>
          <p:nvPr/>
        </p:nvSpPr>
        <p:spPr>
          <a:xfrm>
            <a:off x="3147597" y="447363"/>
            <a:ext cx="58968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ru-RU" sz="3600" dirty="0"/>
              <a:t>Недостатки метода </a:t>
            </a:r>
            <a:r>
              <a:rPr lang="en-US" sz="3600" dirty="0"/>
              <a:t>ABC</a:t>
            </a:r>
          </a:p>
        </p:txBody>
      </p:sp>
      <p:graphicFrame>
        <p:nvGraphicFramePr>
          <p:cNvPr id="6" name="Схема 5">
            <a:extLst>
              <a:ext uri="{FF2B5EF4-FFF2-40B4-BE49-F238E27FC236}">
                <a16:creationId xmlns:a16="http://schemas.microsoft.com/office/drawing/2014/main" id="{80BDA0E4-C754-0F80-2C99-4A10630BBF1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8844907"/>
              </p:ext>
            </p:extLst>
          </p:nvPr>
        </p:nvGraphicFramePr>
        <p:xfrm>
          <a:off x="2311399" y="1257965"/>
          <a:ext cx="7569201" cy="49341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659657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DF655-84FC-D871-5908-9243EEABB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A069662-0297-5A86-DE6D-4090E5733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6E855-2292-473D-99EB-17C69DA7672A}" type="slidenum">
              <a:rPr lang="ru-RU" smtClean="0"/>
              <a:t>7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A89A82-0597-B805-4E93-22168BC3488B}"/>
              </a:ext>
            </a:extLst>
          </p:cNvPr>
          <p:cNvSpPr txBox="1"/>
          <p:nvPr/>
        </p:nvSpPr>
        <p:spPr>
          <a:xfrm>
            <a:off x="3147597" y="447363"/>
            <a:ext cx="58968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ru-RU" sz="3600" dirty="0"/>
              <a:t>Список источников</a:t>
            </a:r>
            <a:endParaRPr lang="en-US" sz="3600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C560BE7D-B22B-1F0B-3E81-801C5CA8AE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1100" y="1659285"/>
            <a:ext cx="10569797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2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Каплан Р., Купер Р. Учет затрат и управление: </a:t>
            </a:r>
            <a:r>
              <a:rPr kumimoji="0" lang="ru-RU" altLang="ru-RU" sz="2800" b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Activity</a:t>
            </a:r>
            <a:r>
              <a:rPr kumimoji="0" lang="ru-RU" altLang="ru-RU" sz="2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-Based </a:t>
            </a:r>
            <a:r>
              <a:rPr kumimoji="0" lang="ru-RU" altLang="ru-RU" sz="2800" b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Costing</a:t>
            </a:r>
            <a:r>
              <a:rPr kumimoji="0" lang="ru-RU" altLang="ru-RU" sz="2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2800" b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Друри</a:t>
            </a:r>
            <a:r>
              <a:rPr kumimoji="0" lang="ru-RU" altLang="ru-RU" sz="2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К. Управленческий и производственный учет. 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2800" b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Horngren</a:t>
            </a:r>
            <a:r>
              <a:rPr kumimoji="0" lang="ru-RU" altLang="ru-RU" sz="2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C., </a:t>
            </a:r>
            <a:r>
              <a:rPr kumimoji="0" lang="ru-RU" altLang="ru-RU" sz="2800" b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Datar</a:t>
            </a:r>
            <a:r>
              <a:rPr kumimoji="0" lang="ru-RU" altLang="ru-RU" sz="2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S., </a:t>
            </a:r>
            <a:r>
              <a:rPr kumimoji="0" lang="ru-RU" altLang="ru-RU" sz="2800" b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Rajan</a:t>
            </a:r>
            <a:r>
              <a:rPr kumimoji="0" lang="ru-RU" altLang="ru-RU" sz="2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M. Cost Accounting: A </a:t>
            </a:r>
            <a:r>
              <a:rPr kumimoji="0" lang="ru-RU" altLang="ru-RU" sz="2800" b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Managerial</a:t>
            </a:r>
            <a:r>
              <a:rPr kumimoji="0" lang="ru-RU" altLang="ru-RU" sz="2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2800" b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Emphasis</a:t>
            </a:r>
            <a:r>
              <a:rPr kumimoji="0" lang="ru-RU" altLang="ru-RU" sz="2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2800" b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Atrill</a:t>
            </a:r>
            <a:r>
              <a:rPr kumimoji="0" lang="ru-RU" altLang="ru-RU" sz="2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P., </a:t>
            </a:r>
            <a:r>
              <a:rPr kumimoji="0" lang="ru-RU" altLang="ru-RU" sz="2800" b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McLaney</a:t>
            </a:r>
            <a:r>
              <a:rPr kumimoji="0" lang="ru-RU" altLang="ru-RU" sz="2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E. Management Accounting </a:t>
            </a:r>
            <a:r>
              <a:rPr kumimoji="0" lang="ru-RU" altLang="ru-RU" sz="2800" b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for</a:t>
            </a:r>
            <a:r>
              <a:rPr kumimoji="0" lang="ru-RU" altLang="ru-RU" sz="2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2800" b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Decision</a:t>
            </a:r>
            <a:r>
              <a:rPr kumimoji="0" lang="ru-RU" altLang="ru-RU" sz="2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2800" b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Makers</a:t>
            </a:r>
            <a:r>
              <a:rPr kumimoji="0" lang="ru-RU" altLang="ru-RU" sz="2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2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Официальные материалы CIMA (Chartered Institute </a:t>
            </a:r>
            <a:r>
              <a:rPr kumimoji="0" lang="ru-RU" altLang="ru-RU" sz="2800" b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of</a:t>
            </a:r>
            <a:r>
              <a:rPr kumimoji="0" lang="ru-RU" altLang="ru-RU" sz="2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Management </a:t>
            </a:r>
            <a:r>
              <a:rPr kumimoji="0" lang="ru-RU" altLang="ru-RU" sz="2800" b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Accountants</a:t>
            </a:r>
            <a:r>
              <a:rPr kumimoji="0" lang="ru-RU" altLang="ru-RU" sz="2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 </a:t>
            </a:r>
          </a:p>
        </p:txBody>
      </p:sp>
    </p:spTree>
    <p:extLst>
      <p:ext uri="{BB962C8B-B14F-4D97-AF65-F5344CB8AC3E}">
        <p14:creationId xmlns:p14="http://schemas.microsoft.com/office/powerpoint/2010/main" val="315317196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1740</TotalTime>
  <Words>243</Words>
  <Application>Microsoft Office PowerPoint</Application>
  <PresentationFormat>Широкоэкранный</PresentationFormat>
  <Paragraphs>58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3BE3DA</dc:creator>
  <cp:lastModifiedBy>3BE3DA</cp:lastModifiedBy>
  <cp:revision>99</cp:revision>
  <dcterms:created xsi:type="dcterms:W3CDTF">2025-05-19T05:14:50Z</dcterms:created>
  <dcterms:modified xsi:type="dcterms:W3CDTF">2026-03-29T10:42:45Z</dcterms:modified>
</cp:coreProperties>
</file>