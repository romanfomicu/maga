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993A7E-8B88-415E-8581-E9407557E6F4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C3D299CF-7D21-459F-9B19-D59A2AD06A21}">
      <dgm:prSet phldrT="[Текст]"/>
      <dgm:spPr/>
      <dgm:t>
        <a:bodyPr/>
        <a:lstStyle/>
        <a:p>
          <a:pPr>
            <a:buNone/>
          </a:pPr>
          <a:r>
            <a:rPr lang="ru-RU" dirty="0"/>
            <a:t>Стратегическое управление компанией</a:t>
          </a:r>
        </a:p>
      </dgm:t>
    </dgm:pt>
    <dgm:pt modelId="{E107661C-3004-4EEE-B6C4-34D92FD5C1A3}" type="parTrans" cxnId="{F0B0EB78-5A28-45C1-9DAD-8E9FE11CB2DF}">
      <dgm:prSet/>
      <dgm:spPr/>
      <dgm:t>
        <a:bodyPr/>
        <a:lstStyle/>
        <a:p>
          <a:endParaRPr lang="ru-RU"/>
        </a:p>
      </dgm:t>
    </dgm:pt>
    <dgm:pt modelId="{96F63827-9A0B-426F-84EC-5219283A75F5}" type="sibTrans" cxnId="{F0B0EB78-5A28-45C1-9DAD-8E9FE11CB2DF}">
      <dgm:prSet/>
      <dgm:spPr/>
      <dgm:t>
        <a:bodyPr/>
        <a:lstStyle/>
        <a:p>
          <a:endParaRPr lang="ru-RU"/>
        </a:p>
      </dgm:t>
    </dgm:pt>
    <dgm:pt modelId="{E9287FB3-29BC-4D13-BB35-3B9C29964C75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финансами и бюджетированием</a:t>
          </a:r>
        </a:p>
      </dgm:t>
    </dgm:pt>
    <dgm:pt modelId="{54A400B0-4464-446C-939A-CCCFAB28A7F6}" type="parTrans" cxnId="{D36FA066-5AAF-4B1A-8144-F31AEA9D1EE4}">
      <dgm:prSet/>
      <dgm:spPr/>
      <dgm:t>
        <a:bodyPr/>
        <a:lstStyle/>
        <a:p>
          <a:endParaRPr lang="ru-RU"/>
        </a:p>
      </dgm:t>
    </dgm:pt>
    <dgm:pt modelId="{FD56357F-62E0-4A55-9674-3FBB18EB9E3E}" type="sibTrans" cxnId="{D36FA066-5AAF-4B1A-8144-F31AEA9D1EE4}">
      <dgm:prSet/>
      <dgm:spPr/>
      <dgm:t>
        <a:bodyPr/>
        <a:lstStyle/>
        <a:p>
          <a:endParaRPr lang="ru-RU"/>
        </a:p>
      </dgm:t>
    </dgm:pt>
    <dgm:pt modelId="{A51DB934-521A-499F-BB68-5DE6FB785D7B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качеством и рисками</a:t>
          </a:r>
        </a:p>
      </dgm:t>
    </dgm:pt>
    <dgm:pt modelId="{CF2A07FE-DC43-47D8-BB5F-21CD52F973B7}" type="parTrans" cxnId="{F6A1985D-5CDE-41F9-9943-D9A28456971F}">
      <dgm:prSet/>
      <dgm:spPr/>
      <dgm:t>
        <a:bodyPr/>
        <a:lstStyle/>
        <a:p>
          <a:endParaRPr lang="ru-RU"/>
        </a:p>
      </dgm:t>
    </dgm:pt>
    <dgm:pt modelId="{11FECBE7-38CB-4D54-A3D7-25369E11B2C8}" type="sibTrans" cxnId="{F6A1985D-5CDE-41F9-9943-D9A28456971F}">
      <dgm:prSet/>
      <dgm:spPr/>
      <dgm:t>
        <a:bodyPr/>
        <a:lstStyle/>
        <a:p>
          <a:endParaRPr lang="ru-RU"/>
        </a:p>
      </dgm:t>
    </dgm:pt>
    <dgm:pt modelId="{5C7658DD-A508-4143-8D97-D81B8A8A0489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маркетингом и развитием бренда</a:t>
          </a:r>
        </a:p>
      </dgm:t>
    </dgm:pt>
    <dgm:pt modelId="{7E90F26A-EB64-417C-8550-A184D1F27C1E}" type="parTrans" cxnId="{84EB3B15-A2C6-411B-8939-1F6F95DD665B}">
      <dgm:prSet/>
      <dgm:spPr/>
      <dgm:t>
        <a:bodyPr/>
        <a:lstStyle/>
        <a:p>
          <a:endParaRPr lang="ru-RU"/>
        </a:p>
      </dgm:t>
    </dgm:pt>
    <dgm:pt modelId="{458307C2-2D04-4C69-8D3D-AF8AAC2971B0}" type="sibTrans" cxnId="{84EB3B15-A2C6-411B-8939-1F6F95DD665B}">
      <dgm:prSet/>
      <dgm:spPr/>
      <dgm:t>
        <a:bodyPr/>
        <a:lstStyle/>
        <a:p>
          <a:endParaRPr lang="ru-RU"/>
        </a:p>
      </dgm:t>
    </dgm:pt>
    <dgm:pt modelId="{7A69068A-AF9C-448C-818D-D564B655DA16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информационной безопасностью</a:t>
          </a:r>
        </a:p>
      </dgm:t>
    </dgm:pt>
    <dgm:pt modelId="{24CCFEF7-B13E-40D9-9A9C-07B9BA0AD3E2}" type="parTrans" cxnId="{41E3F3FC-BA9D-4C3E-B2D2-9E8AE94C7664}">
      <dgm:prSet/>
      <dgm:spPr/>
      <dgm:t>
        <a:bodyPr/>
        <a:lstStyle/>
        <a:p>
          <a:endParaRPr lang="ru-RU"/>
        </a:p>
      </dgm:t>
    </dgm:pt>
    <dgm:pt modelId="{B8670940-280A-4C7D-9CD1-4373FD4FAA9D}" type="sibTrans" cxnId="{41E3F3FC-BA9D-4C3E-B2D2-9E8AE94C7664}">
      <dgm:prSet/>
      <dgm:spPr/>
      <dgm:t>
        <a:bodyPr/>
        <a:lstStyle/>
        <a:p>
          <a:endParaRPr lang="ru-RU"/>
        </a:p>
      </dgm:t>
    </dgm:pt>
    <dgm:pt modelId="{5557D92B-6F1B-404E-A012-4B2C7C042794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клиентским сервисом</a:t>
          </a:r>
        </a:p>
      </dgm:t>
    </dgm:pt>
    <dgm:pt modelId="{96831A24-A085-496E-A559-5C18ABB542F3}" type="parTrans" cxnId="{4C878220-9AF7-45D0-93C8-53341A1C0D59}">
      <dgm:prSet/>
      <dgm:spPr/>
      <dgm:t>
        <a:bodyPr/>
        <a:lstStyle/>
        <a:p>
          <a:endParaRPr lang="ru-RU"/>
        </a:p>
      </dgm:t>
    </dgm:pt>
    <dgm:pt modelId="{4C48F0CB-D169-4B9E-82E2-09769EE01F9C}" type="sibTrans" cxnId="{4C878220-9AF7-45D0-93C8-53341A1C0D59}">
      <dgm:prSet/>
      <dgm:spPr/>
      <dgm:t>
        <a:bodyPr/>
        <a:lstStyle/>
        <a:p>
          <a:endParaRPr lang="ru-RU"/>
        </a:p>
      </dgm:t>
    </dgm:pt>
    <dgm:pt modelId="{3D828154-D044-4789-84BC-20DB78A3D7D8}" type="pres">
      <dgm:prSet presAssocID="{68993A7E-8B88-415E-8581-E9407557E6F4}" presName="diagram" presStyleCnt="0">
        <dgm:presLayoutVars>
          <dgm:dir/>
          <dgm:resizeHandles val="exact"/>
        </dgm:presLayoutVars>
      </dgm:prSet>
      <dgm:spPr/>
    </dgm:pt>
    <dgm:pt modelId="{3CA9D3A8-30AA-4005-BDD1-F09E78FB9E08}" type="pres">
      <dgm:prSet presAssocID="{C3D299CF-7D21-459F-9B19-D59A2AD06A21}" presName="node" presStyleLbl="node1" presStyleIdx="0" presStyleCnt="6">
        <dgm:presLayoutVars>
          <dgm:bulletEnabled val="1"/>
        </dgm:presLayoutVars>
      </dgm:prSet>
      <dgm:spPr>
        <a:prstGeom prst="flowChartOffpageConnector">
          <a:avLst/>
        </a:prstGeom>
      </dgm:spPr>
    </dgm:pt>
    <dgm:pt modelId="{AD95E2DF-9C8A-49E2-90BB-762DB6BC9E90}" type="pres">
      <dgm:prSet presAssocID="{96F63827-9A0B-426F-84EC-5219283A75F5}" presName="sibTrans" presStyleCnt="0"/>
      <dgm:spPr/>
    </dgm:pt>
    <dgm:pt modelId="{755B4218-5067-432F-B525-BC7B7E139223}" type="pres">
      <dgm:prSet presAssocID="{E9287FB3-29BC-4D13-BB35-3B9C29964C75}" presName="node" presStyleLbl="node1" presStyleIdx="1" presStyleCnt="6">
        <dgm:presLayoutVars>
          <dgm:bulletEnabled val="1"/>
        </dgm:presLayoutVars>
      </dgm:prSet>
      <dgm:spPr>
        <a:prstGeom prst="flowChartOffpageConnector">
          <a:avLst/>
        </a:prstGeom>
      </dgm:spPr>
    </dgm:pt>
    <dgm:pt modelId="{0A6E662D-19F4-437C-AEAB-F9520588241F}" type="pres">
      <dgm:prSet presAssocID="{FD56357F-62E0-4A55-9674-3FBB18EB9E3E}" presName="sibTrans" presStyleCnt="0"/>
      <dgm:spPr/>
    </dgm:pt>
    <dgm:pt modelId="{209E8257-1761-48E0-B679-3C889869BE50}" type="pres">
      <dgm:prSet presAssocID="{A51DB934-521A-499F-BB68-5DE6FB785D7B}" presName="node" presStyleLbl="node1" presStyleIdx="2" presStyleCnt="6">
        <dgm:presLayoutVars>
          <dgm:bulletEnabled val="1"/>
        </dgm:presLayoutVars>
      </dgm:prSet>
      <dgm:spPr>
        <a:prstGeom prst="flowChartOffpageConnector">
          <a:avLst/>
        </a:prstGeom>
      </dgm:spPr>
    </dgm:pt>
    <dgm:pt modelId="{878BB7BF-8B95-46E5-9AAA-941338057657}" type="pres">
      <dgm:prSet presAssocID="{11FECBE7-38CB-4D54-A3D7-25369E11B2C8}" presName="sibTrans" presStyleCnt="0"/>
      <dgm:spPr/>
    </dgm:pt>
    <dgm:pt modelId="{991C5138-859E-4B35-9CD9-871297AA39A0}" type="pres">
      <dgm:prSet presAssocID="{5C7658DD-A508-4143-8D97-D81B8A8A0489}" presName="node" presStyleLbl="node1" presStyleIdx="3" presStyleCnt="6">
        <dgm:presLayoutVars>
          <dgm:bulletEnabled val="1"/>
        </dgm:presLayoutVars>
      </dgm:prSet>
      <dgm:spPr>
        <a:prstGeom prst="flowChartOffpageConnector">
          <a:avLst/>
        </a:prstGeom>
      </dgm:spPr>
    </dgm:pt>
    <dgm:pt modelId="{043329E9-93DA-459B-B186-7C2D76567B24}" type="pres">
      <dgm:prSet presAssocID="{458307C2-2D04-4C69-8D3D-AF8AAC2971B0}" presName="sibTrans" presStyleCnt="0"/>
      <dgm:spPr/>
    </dgm:pt>
    <dgm:pt modelId="{8064E07E-F74E-400A-82F4-E347681F683D}" type="pres">
      <dgm:prSet presAssocID="{7A69068A-AF9C-448C-818D-D564B655DA16}" presName="node" presStyleLbl="node1" presStyleIdx="4" presStyleCnt="6">
        <dgm:presLayoutVars>
          <dgm:bulletEnabled val="1"/>
        </dgm:presLayoutVars>
      </dgm:prSet>
      <dgm:spPr>
        <a:prstGeom prst="flowChartOffpageConnector">
          <a:avLst/>
        </a:prstGeom>
      </dgm:spPr>
    </dgm:pt>
    <dgm:pt modelId="{89B821FF-E8B2-4413-B666-8BD483E98325}" type="pres">
      <dgm:prSet presAssocID="{B8670940-280A-4C7D-9CD1-4373FD4FAA9D}" presName="sibTrans" presStyleCnt="0"/>
      <dgm:spPr/>
    </dgm:pt>
    <dgm:pt modelId="{A2421453-F7D0-43A1-A6B4-C9BAE8230ADD}" type="pres">
      <dgm:prSet presAssocID="{5557D92B-6F1B-404E-A012-4B2C7C042794}" presName="node" presStyleLbl="node1" presStyleIdx="5" presStyleCnt="6">
        <dgm:presLayoutVars>
          <dgm:bulletEnabled val="1"/>
        </dgm:presLayoutVars>
      </dgm:prSet>
      <dgm:spPr>
        <a:prstGeom prst="flowChartOffpageConnector">
          <a:avLst/>
        </a:prstGeom>
      </dgm:spPr>
    </dgm:pt>
  </dgm:ptLst>
  <dgm:cxnLst>
    <dgm:cxn modelId="{84EB3B15-A2C6-411B-8939-1F6F95DD665B}" srcId="{68993A7E-8B88-415E-8581-E9407557E6F4}" destId="{5C7658DD-A508-4143-8D97-D81B8A8A0489}" srcOrd="3" destOrd="0" parTransId="{7E90F26A-EB64-417C-8550-A184D1F27C1E}" sibTransId="{458307C2-2D04-4C69-8D3D-AF8AAC2971B0}"/>
    <dgm:cxn modelId="{1F61991D-8950-4A6A-8AA3-B914D7A2DC99}" type="presOf" srcId="{5C7658DD-A508-4143-8D97-D81B8A8A0489}" destId="{991C5138-859E-4B35-9CD9-871297AA39A0}" srcOrd="0" destOrd="0" presId="urn:microsoft.com/office/officeart/2005/8/layout/default"/>
    <dgm:cxn modelId="{4C878220-9AF7-45D0-93C8-53341A1C0D59}" srcId="{68993A7E-8B88-415E-8581-E9407557E6F4}" destId="{5557D92B-6F1B-404E-A012-4B2C7C042794}" srcOrd="5" destOrd="0" parTransId="{96831A24-A085-496E-A559-5C18ABB542F3}" sibTransId="{4C48F0CB-D169-4B9E-82E2-09769EE01F9C}"/>
    <dgm:cxn modelId="{F6A1985D-5CDE-41F9-9943-D9A28456971F}" srcId="{68993A7E-8B88-415E-8581-E9407557E6F4}" destId="{A51DB934-521A-499F-BB68-5DE6FB785D7B}" srcOrd="2" destOrd="0" parTransId="{CF2A07FE-DC43-47D8-BB5F-21CD52F973B7}" sibTransId="{11FECBE7-38CB-4D54-A3D7-25369E11B2C8}"/>
    <dgm:cxn modelId="{5B539365-439E-41D1-B688-EA340484AE5A}" type="presOf" srcId="{7A69068A-AF9C-448C-818D-D564B655DA16}" destId="{8064E07E-F74E-400A-82F4-E347681F683D}" srcOrd="0" destOrd="0" presId="urn:microsoft.com/office/officeart/2005/8/layout/default"/>
    <dgm:cxn modelId="{D36FA066-5AAF-4B1A-8144-F31AEA9D1EE4}" srcId="{68993A7E-8B88-415E-8581-E9407557E6F4}" destId="{E9287FB3-29BC-4D13-BB35-3B9C29964C75}" srcOrd="1" destOrd="0" parTransId="{54A400B0-4464-446C-939A-CCCFAB28A7F6}" sibTransId="{FD56357F-62E0-4A55-9674-3FBB18EB9E3E}"/>
    <dgm:cxn modelId="{E5E24973-E695-49E6-B90F-E10A76D77A9F}" type="presOf" srcId="{5557D92B-6F1B-404E-A012-4B2C7C042794}" destId="{A2421453-F7D0-43A1-A6B4-C9BAE8230ADD}" srcOrd="0" destOrd="0" presId="urn:microsoft.com/office/officeart/2005/8/layout/default"/>
    <dgm:cxn modelId="{F0B0EB78-5A28-45C1-9DAD-8E9FE11CB2DF}" srcId="{68993A7E-8B88-415E-8581-E9407557E6F4}" destId="{C3D299CF-7D21-459F-9B19-D59A2AD06A21}" srcOrd="0" destOrd="0" parTransId="{E107661C-3004-4EEE-B6C4-34D92FD5C1A3}" sibTransId="{96F63827-9A0B-426F-84EC-5219283A75F5}"/>
    <dgm:cxn modelId="{4AEB6C90-AE6D-4F4F-B577-FD17B0B0AE90}" type="presOf" srcId="{E9287FB3-29BC-4D13-BB35-3B9C29964C75}" destId="{755B4218-5067-432F-B525-BC7B7E139223}" srcOrd="0" destOrd="0" presId="urn:microsoft.com/office/officeart/2005/8/layout/default"/>
    <dgm:cxn modelId="{E7FC1E96-5B62-4991-9518-529C028AB0D0}" type="presOf" srcId="{C3D299CF-7D21-459F-9B19-D59A2AD06A21}" destId="{3CA9D3A8-30AA-4005-BDD1-F09E78FB9E08}" srcOrd="0" destOrd="0" presId="urn:microsoft.com/office/officeart/2005/8/layout/default"/>
    <dgm:cxn modelId="{6A713BA7-39EA-43BE-8B83-C11A8DFA33F4}" type="presOf" srcId="{68993A7E-8B88-415E-8581-E9407557E6F4}" destId="{3D828154-D044-4789-84BC-20DB78A3D7D8}" srcOrd="0" destOrd="0" presId="urn:microsoft.com/office/officeart/2005/8/layout/default"/>
    <dgm:cxn modelId="{436515B9-7ED5-4C9D-B7BB-6B3D155CAEA6}" type="presOf" srcId="{A51DB934-521A-499F-BB68-5DE6FB785D7B}" destId="{209E8257-1761-48E0-B679-3C889869BE50}" srcOrd="0" destOrd="0" presId="urn:microsoft.com/office/officeart/2005/8/layout/default"/>
    <dgm:cxn modelId="{41E3F3FC-BA9D-4C3E-B2D2-9E8AE94C7664}" srcId="{68993A7E-8B88-415E-8581-E9407557E6F4}" destId="{7A69068A-AF9C-448C-818D-D564B655DA16}" srcOrd="4" destOrd="0" parTransId="{24CCFEF7-B13E-40D9-9A9C-07B9BA0AD3E2}" sibTransId="{B8670940-280A-4C7D-9CD1-4373FD4FAA9D}"/>
    <dgm:cxn modelId="{CEBBA1C9-C9C7-48A8-B726-261F00AD8BB7}" type="presParOf" srcId="{3D828154-D044-4789-84BC-20DB78A3D7D8}" destId="{3CA9D3A8-30AA-4005-BDD1-F09E78FB9E08}" srcOrd="0" destOrd="0" presId="urn:microsoft.com/office/officeart/2005/8/layout/default"/>
    <dgm:cxn modelId="{50E760F7-0CE8-4C1B-9AFF-251DCB50F556}" type="presParOf" srcId="{3D828154-D044-4789-84BC-20DB78A3D7D8}" destId="{AD95E2DF-9C8A-49E2-90BB-762DB6BC9E90}" srcOrd="1" destOrd="0" presId="urn:microsoft.com/office/officeart/2005/8/layout/default"/>
    <dgm:cxn modelId="{D1355A4F-99D3-4E60-B47E-AA9A2A356869}" type="presParOf" srcId="{3D828154-D044-4789-84BC-20DB78A3D7D8}" destId="{755B4218-5067-432F-B525-BC7B7E139223}" srcOrd="2" destOrd="0" presId="urn:microsoft.com/office/officeart/2005/8/layout/default"/>
    <dgm:cxn modelId="{E98626F6-1902-470A-949E-12636663C3A3}" type="presParOf" srcId="{3D828154-D044-4789-84BC-20DB78A3D7D8}" destId="{0A6E662D-19F4-437C-AEAB-F9520588241F}" srcOrd="3" destOrd="0" presId="urn:microsoft.com/office/officeart/2005/8/layout/default"/>
    <dgm:cxn modelId="{77473516-6918-4BFC-8D33-F3C839D8F3CB}" type="presParOf" srcId="{3D828154-D044-4789-84BC-20DB78A3D7D8}" destId="{209E8257-1761-48E0-B679-3C889869BE50}" srcOrd="4" destOrd="0" presId="urn:microsoft.com/office/officeart/2005/8/layout/default"/>
    <dgm:cxn modelId="{C0066D90-3A2F-42AD-A64A-0C2893B0A0DE}" type="presParOf" srcId="{3D828154-D044-4789-84BC-20DB78A3D7D8}" destId="{878BB7BF-8B95-46E5-9AAA-941338057657}" srcOrd="5" destOrd="0" presId="urn:microsoft.com/office/officeart/2005/8/layout/default"/>
    <dgm:cxn modelId="{7811F6C6-8A68-4308-A1F2-AE9EDAFB8283}" type="presParOf" srcId="{3D828154-D044-4789-84BC-20DB78A3D7D8}" destId="{991C5138-859E-4B35-9CD9-871297AA39A0}" srcOrd="6" destOrd="0" presId="urn:microsoft.com/office/officeart/2005/8/layout/default"/>
    <dgm:cxn modelId="{11A808FD-7A3A-4B35-A60B-9DD50F501214}" type="presParOf" srcId="{3D828154-D044-4789-84BC-20DB78A3D7D8}" destId="{043329E9-93DA-459B-B186-7C2D76567B24}" srcOrd="7" destOrd="0" presId="urn:microsoft.com/office/officeart/2005/8/layout/default"/>
    <dgm:cxn modelId="{792066B8-2E70-4D37-B49F-0096C38783A9}" type="presParOf" srcId="{3D828154-D044-4789-84BC-20DB78A3D7D8}" destId="{8064E07E-F74E-400A-82F4-E347681F683D}" srcOrd="8" destOrd="0" presId="urn:microsoft.com/office/officeart/2005/8/layout/default"/>
    <dgm:cxn modelId="{AA14FB14-475B-4D02-BADA-D4C56D050884}" type="presParOf" srcId="{3D828154-D044-4789-84BC-20DB78A3D7D8}" destId="{89B821FF-E8B2-4413-B666-8BD483E98325}" srcOrd="9" destOrd="0" presId="urn:microsoft.com/office/officeart/2005/8/layout/default"/>
    <dgm:cxn modelId="{F350FAC0-3F56-4158-ACD1-824C402BA881}" type="presParOf" srcId="{3D828154-D044-4789-84BC-20DB78A3D7D8}" destId="{A2421453-F7D0-43A1-A6B4-C9BAE8230AD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993A7E-8B88-415E-8581-E9407557E6F4}" type="doc">
      <dgm:prSet loTypeId="urn:microsoft.com/office/officeart/2005/8/layout/defaul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ru-RU"/>
        </a:p>
      </dgm:t>
    </dgm:pt>
    <dgm:pt modelId="{C3D299CF-7D21-459F-9B19-D59A2AD06A21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маркетплейсом</a:t>
          </a:r>
        </a:p>
      </dgm:t>
    </dgm:pt>
    <dgm:pt modelId="{E107661C-3004-4EEE-B6C4-34D92FD5C1A3}" type="parTrans" cxnId="{F0B0EB78-5A28-45C1-9DAD-8E9FE11CB2DF}">
      <dgm:prSet/>
      <dgm:spPr/>
      <dgm:t>
        <a:bodyPr/>
        <a:lstStyle/>
        <a:p>
          <a:endParaRPr lang="ru-RU"/>
        </a:p>
      </dgm:t>
    </dgm:pt>
    <dgm:pt modelId="{96F63827-9A0B-426F-84EC-5219283A75F5}" type="sibTrans" cxnId="{F0B0EB78-5A28-45C1-9DAD-8E9FE11CB2DF}">
      <dgm:prSet/>
      <dgm:spPr/>
      <dgm:t>
        <a:bodyPr/>
        <a:lstStyle/>
        <a:p>
          <a:endParaRPr lang="ru-RU"/>
        </a:p>
      </dgm:t>
    </dgm:pt>
    <dgm:pt modelId="{BA0EE85B-631D-45DF-9A53-A49AC611F1B9}">
      <dgm:prSet phldrT="[Текст]"/>
      <dgm:spPr/>
      <dgm:t>
        <a:bodyPr/>
        <a:lstStyle/>
        <a:p>
          <a:pPr>
            <a:buNone/>
          </a:pPr>
          <a:r>
            <a:rPr lang="ru-RU" dirty="0"/>
            <a:t> Обработка заказов клиентов</a:t>
          </a:r>
        </a:p>
      </dgm:t>
    </dgm:pt>
    <dgm:pt modelId="{585193FA-0E92-4265-91FC-1F8E70DEE95E}" type="parTrans" cxnId="{928AFC23-E244-4340-8B62-73E2DD3C2167}">
      <dgm:prSet/>
      <dgm:spPr/>
      <dgm:t>
        <a:bodyPr/>
        <a:lstStyle/>
        <a:p>
          <a:endParaRPr lang="ru-RU"/>
        </a:p>
      </dgm:t>
    </dgm:pt>
    <dgm:pt modelId="{4C85E328-FE87-405B-8E53-2B411457DD9E}" type="sibTrans" cxnId="{928AFC23-E244-4340-8B62-73E2DD3C2167}">
      <dgm:prSet/>
      <dgm:spPr/>
      <dgm:t>
        <a:bodyPr/>
        <a:lstStyle/>
        <a:p>
          <a:endParaRPr lang="ru-RU"/>
        </a:p>
      </dgm:t>
    </dgm:pt>
    <dgm:pt modelId="{76BDC71B-016E-49D5-A40B-3D41B97CC5E0}">
      <dgm:prSet phldrT="[Текст]"/>
      <dgm:spPr/>
      <dgm:t>
        <a:bodyPr/>
        <a:lstStyle/>
        <a:p>
          <a:pPr>
            <a:buNone/>
          </a:pPr>
          <a:r>
            <a:rPr lang="ru-RU" dirty="0"/>
            <a:t>Складская логистика и хранение</a:t>
          </a:r>
        </a:p>
      </dgm:t>
    </dgm:pt>
    <dgm:pt modelId="{0430F377-FCA5-4905-B471-6508B0D97E9C}" type="parTrans" cxnId="{0E715260-B075-4105-A3B9-21C169F38533}">
      <dgm:prSet/>
      <dgm:spPr/>
      <dgm:t>
        <a:bodyPr/>
        <a:lstStyle/>
        <a:p>
          <a:endParaRPr lang="ru-RU"/>
        </a:p>
      </dgm:t>
    </dgm:pt>
    <dgm:pt modelId="{7EFC0A0A-9363-48CE-943B-600A0CEE9C18}" type="sibTrans" cxnId="{0E715260-B075-4105-A3B9-21C169F38533}">
      <dgm:prSet/>
      <dgm:spPr/>
      <dgm:t>
        <a:bodyPr/>
        <a:lstStyle/>
        <a:p>
          <a:endParaRPr lang="ru-RU"/>
        </a:p>
      </dgm:t>
    </dgm:pt>
    <dgm:pt modelId="{2C5BBCE9-01BB-4B0A-870D-31E21F6A484D}">
      <dgm:prSet phldrT="[Текст]"/>
      <dgm:spPr/>
      <dgm:t>
        <a:bodyPr/>
        <a:lstStyle/>
        <a:p>
          <a:pPr>
            <a:buNone/>
          </a:pPr>
          <a:r>
            <a:rPr lang="ru-RU" dirty="0"/>
            <a:t>Доставка заказов</a:t>
          </a:r>
        </a:p>
      </dgm:t>
    </dgm:pt>
    <dgm:pt modelId="{0D0F0320-4351-4D96-A575-FD3E87850D58}" type="parTrans" cxnId="{B26A5C04-5063-4032-A02E-5010EFB27379}">
      <dgm:prSet/>
      <dgm:spPr/>
      <dgm:t>
        <a:bodyPr/>
        <a:lstStyle/>
        <a:p>
          <a:endParaRPr lang="ru-RU"/>
        </a:p>
      </dgm:t>
    </dgm:pt>
    <dgm:pt modelId="{01B728DB-928E-468B-A9CB-F99E58E4CAB5}" type="sibTrans" cxnId="{B26A5C04-5063-4032-A02E-5010EFB27379}">
      <dgm:prSet/>
      <dgm:spPr/>
      <dgm:t>
        <a:bodyPr/>
        <a:lstStyle/>
        <a:p>
          <a:endParaRPr lang="ru-RU"/>
        </a:p>
      </dgm:t>
    </dgm:pt>
    <dgm:pt modelId="{DC12386B-D6D5-4F37-902A-569E4408BF74}">
      <dgm:prSet phldrT="[Текст]"/>
      <dgm:spPr/>
      <dgm:t>
        <a:bodyPr/>
        <a:lstStyle/>
        <a:p>
          <a:pPr>
            <a:buNone/>
          </a:pPr>
          <a:r>
            <a:rPr lang="ru-RU" dirty="0"/>
            <a:t>Работа с продавцами и партнерами</a:t>
          </a:r>
        </a:p>
      </dgm:t>
    </dgm:pt>
    <dgm:pt modelId="{5496DCB3-B7A2-4EF9-9CA7-9B19AF171F74}" type="parTrans" cxnId="{4E65B69D-6925-4C86-BAE3-618824560C5C}">
      <dgm:prSet/>
      <dgm:spPr/>
      <dgm:t>
        <a:bodyPr/>
        <a:lstStyle/>
        <a:p>
          <a:endParaRPr lang="ru-RU"/>
        </a:p>
      </dgm:t>
    </dgm:pt>
    <dgm:pt modelId="{FDB39B21-6EFC-4A73-AB5E-3E7146D92909}" type="sibTrans" cxnId="{4E65B69D-6925-4C86-BAE3-618824560C5C}">
      <dgm:prSet/>
      <dgm:spPr/>
      <dgm:t>
        <a:bodyPr/>
        <a:lstStyle/>
        <a:p>
          <a:endParaRPr lang="ru-RU"/>
        </a:p>
      </dgm:t>
    </dgm:pt>
    <dgm:pt modelId="{C527AC6E-35AA-488E-A0C0-AA21811E4E25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финансовыми сервисами</a:t>
          </a:r>
        </a:p>
      </dgm:t>
    </dgm:pt>
    <dgm:pt modelId="{05E31AA3-2839-44B1-A779-234A072AF1AD}" type="parTrans" cxnId="{5002D85F-7B58-4588-AC92-8284D282EC75}">
      <dgm:prSet/>
      <dgm:spPr/>
      <dgm:t>
        <a:bodyPr/>
        <a:lstStyle/>
        <a:p>
          <a:endParaRPr lang="ru-RU"/>
        </a:p>
      </dgm:t>
    </dgm:pt>
    <dgm:pt modelId="{324559E7-3ABA-4150-9933-78BB175E44C4}" type="sibTrans" cxnId="{5002D85F-7B58-4588-AC92-8284D282EC75}">
      <dgm:prSet/>
      <dgm:spPr/>
      <dgm:t>
        <a:bodyPr/>
        <a:lstStyle/>
        <a:p>
          <a:endParaRPr lang="ru-RU"/>
        </a:p>
      </dgm:t>
    </dgm:pt>
    <dgm:pt modelId="{3D828154-D044-4789-84BC-20DB78A3D7D8}" type="pres">
      <dgm:prSet presAssocID="{68993A7E-8B88-415E-8581-E9407557E6F4}" presName="diagram" presStyleCnt="0">
        <dgm:presLayoutVars>
          <dgm:dir/>
          <dgm:resizeHandles val="exact"/>
        </dgm:presLayoutVars>
      </dgm:prSet>
      <dgm:spPr/>
    </dgm:pt>
    <dgm:pt modelId="{3CA9D3A8-30AA-4005-BDD1-F09E78FB9E08}" type="pres">
      <dgm:prSet presAssocID="{C3D299CF-7D21-459F-9B19-D59A2AD06A21}" presName="node" presStyleLbl="node1" presStyleIdx="0" presStyleCnt="6">
        <dgm:presLayoutVars>
          <dgm:bulletEnabled val="1"/>
        </dgm:presLayoutVars>
      </dgm:prSet>
      <dgm:spPr>
        <a:prstGeom prst="homePlate">
          <a:avLst/>
        </a:prstGeom>
      </dgm:spPr>
    </dgm:pt>
    <dgm:pt modelId="{02EDF5E8-66EB-4443-8EBC-E73C4E1EDAD9}" type="pres">
      <dgm:prSet presAssocID="{96F63827-9A0B-426F-84EC-5219283A75F5}" presName="sibTrans" presStyleCnt="0"/>
      <dgm:spPr/>
    </dgm:pt>
    <dgm:pt modelId="{18F3DEFA-E740-4291-8F29-350EA6ACC5AB}" type="pres">
      <dgm:prSet presAssocID="{BA0EE85B-631D-45DF-9A53-A49AC611F1B9}" presName="node" presStyleLbl="node1" presStyleIdx="1" presStyleCnt="6">
        <dgm:presLayoutVars>
          <dgm:bulletEnabled val="1"/>
        </dgm:presLayoutVars>
      </dgm:prSet>
      <dgm:spPr>
        <a:prstGeom prst="homePlate">
          <a:avLst/>
        </a:prstGeom>
      </dgm:spPr>
    </dgm:pt>
    <dgm:pt modelId="{753182C2-D360-413F-A491-B76AC4CA1A6F}" type="pres">
      <dgm:prSet presAssocID="{4C85E328-FE87-405B-8E53-2B411457DD9E}" presName="sibTrans" presStyleCnt="0"/>
      <dgm:spPr/>
    </dgm:pt>
    <dgm:pt modelId="{B407A7A0-E900-4167-BF47-97C40B5A7FE0}" type="pres">
      <dgm:prSet presAssocID="{76BDC71B-016E-49D5-A40B-3D41B97CC5E0}" presName="node" presStyleLbl="node1" presStyleIdx="2" presStyleCnt="6">
        <dgm:presLayoutVars>
          <dgm:bulletEnabled val="1"/>
        </dgm:presLayoutVars>
      </dgm:prSet>
      <dgm:spPr>
        <a:prstGeom prst="homePlate">
          <a:avLst/>
        </a:prstGeom>
      </dgm:spPr>
    </dgm:pt>
    <dgm:pt modelId="{F3E7A549-B5C8-4FEB-A4B4-450F548B48F9}" type="pres">
      <dgm:prSet presAssocID="{7EFC0A0A-9363-48CE-943B-600A0CEE9C18}" presName="sibTrans" presStyleCnt="0"/>
      <dgm:spPr/>
    </dgm:pt>
    <dgm:pt modelId="{956937D6-7937-4BF0-8C34-40CF3B938FB1}" type="pres">
      <dgm:prSet presAssocID="{2C5BBCE9-01BB-4B0A-870D-31E21F6A484D}" presName="node" presStyleLbl="node1" presStyleIdx="3" presStyleCnt="6">
        <dgm:presLayoutVars>
          <dgm:bulletEnabled val="1"/>
        </dgm:presLayoutVars>
      </dgm:prSet>
      <dgm:spPr>
        <a:prstGeom prst="homePlate">
          <a:avLst/>
        </a:prstGeom>
      </dgm:spPr>
    </dgm:pt>
    <dgm:pt modelId="{3294B8C4-5A3F-470A-9D48-2B3E90A30578}" type="pres">
      <dgm:prSet presAssocID="{01B728DB-928E-468B-A9CB-F99E58E4CAB5}" presName="sibTrans" presStyleCnt="0"/>
      <dgm:spPr/>
    </dgm:pt>
    <dgm:pt modelId="{B78B91F0-8382-4736-A040-227BC53CD688}" type="pres">
      <dgm:prSet presAssocID="{DC12386B-D6D5-4F37-902A-569E4408BF74}" presName="node" presStyleLbl="node1" presStyleIdx="4" presStyleCnt="6">
        <dgm:presLayoutVars>
          <dgm:bulletEnabled val="1"/>
        </dgm:presLayoutVars>
      </dgm:prSet>
      <dgm:spPr>
        <a:prstGeom prst="homePlate">
          <a:avLst/>
        </a:prstGeom>
      </dgm:spPr>
    </dgm:pt>
    <dgm:pt modelId="{55CEF5BA-429E-4FA2-9979-0F9F8C2C0EB4}" type="pres">
      <dgm:prSet presAssocID="{FDB39B21-6EFC-4A73-AB5E-3E7146D92909}" presName="sibTrans" presStyleCnt="0"/>
      <dgm:spPr/>
    </dgm:pt>
    <dgm:pt modelId="{E4E11063-B321-4AEC-A1C2-003B894B2C3D}" type="pres">
      <dgm:prSet presAssocID="{C527AC6E-35AA-488E-A0C0-AA21811E4E25}" presName="node" presStyleLbl="node1" presStyleIdx="5" presStyleCnt="6">
        <dgm:presLayoutVars>
          <dgm:bulletEnabled val="1"/>
        </dgm:presLayoutVars>
      </dgm:prSet>
      <dgm:spPr>
        <a:prstGeom prst="homePlate">
          <a:avLst/>
        </a:prstGeom>
      </dgm:spPr>
    </dgm:pt>
  </dgm:ptLst>
  <dgm:cxnLst>
    <dgm:cxn modelId="{B26A5C04-5063-4032-A02E-5010EFB27379}" srcId="{68993A7E-8B88-415E-8581-E9407557E6F4}" destId="{2C5BBCE9-01BB-4B0A-870D-31E21F6A484D}" srcOrd="3" destOrd="0" parTransId="{0D0F0320-4351-4D96-A575-FD3E87850D58}" sibTransId="{01B728DB-928E-468B-A9CB-F99E58E4CAB5}"/>
    <dgm:cxn modelId="{5F10E107-5166-4846-A361-44DA592E963A}" type="presOf" srcId="{76BDC71B-016E-49D5-A40B-3D41B97CC5E0}" destId="{B407A7A0-E900-4167-BF47-97C40B5A7FE0}" srcOrd="0" destOrd="0" presId="urn:microsoft.com/office/officeart/2005/8/layout/default"/>
    <dgm:cxn modelId="{928AFC23-E244-4340-8B62-73E2DD3C2167}" srcId="{68993A7E-8B88-415E-8581-E9407557E6F4}" destId="{BA0EE85B-631D-45DF-9A53-A49AC611F1B9}" srcOrd="1" destOrd="0" parTransId="{585193FA-0E92-4265-91FC-1F8E70DEE95E}" sibTransId="{4C85E328-FE87-405B-8E53-2B411457DD9E}"/>
    <dgm:cxn modelId="{5002D85F-7B58-4588-AC92-8284D282EC75}" srcId="{68993A7E-8B88-415E-8581-E9407557E6F4}" destId="{C527AC6E-35AA-488E-A0C0-AA21811E4E25}" srcOrd="5" destOrd="0" parTransId="{05E31AA3-2839-44B1-A779-234A072AF1AD}" sibTransId="{324559E7-3ABA-4150-9933-78BB175E44C4}"/>
    <dgm:cxn modelId="{0E715260-B075-4105-A3B9-21C169F38533}" srcId="{68993A7E-8B88-415E-8581-E9407557E6F4}" destId="{76BDC71B-016E-49D5-A40B-3D41B97CC5E0}" srcOrd="2" destOrd="0" parTransId="{0430F377-FCA5-4905-B471-6508B0D97E9C}" sibTransId="{7EFC0A0A-9363-48CE-943B-600A0CEE9C18}"/>
    <dgm:cxn modelId="{BC59646E-7457-4667-B100-5FFCFF7CCD77}" type="presOf" srcId="{DC12386B-D6D5-4F37-902A-569E4408BF74}" destId="{B78B91F0-8382-4736-A040-227BC53CD688}" srcOrd="0" destOrd="0" presId="urn:microsoft.com/office/officeart/2005/8/layout/default"/>
    <dgm:cxn modelId="{F0B0EB78-5A28-45C1-9DAD-8E9FE11CB2DF}" srcId="{68993A7E-8B88-415E-8581-E9407557E6F4}" destId="{C3D299CF-7D21-459F-9B19-D59A2AD06A21}" srcOrd="0" destOrd="0" parTransId="{E107661C-3004-4EEE-B6C4-34D92FD5C1A3}" sibTransId="{96F63827-9A0B-426F-84EC-5219283A75F5}"/>
    <dgm:cxn modelId="{1983DF90-A3C2-4055-92D0-79D6057C48E0}" type="presOf" srcId="{BA0EE85B-631D-45DF-9A53-A49AC611F1B9}" destId="{18F3DEFA-E740-4291-8F29-350EA6ACC5AB}" srcOrd="0" destOrd="0" presId="urn:microsoft.com/office/officeart/2005/8/layout/default"/>
    <dgm:cxn modelId="{E7FC1E96-5B62-4991-9518-529C028AB0D0}" type="presOf" srcId="{C3D299CF-7D21-459F-9B19-D59A2AD06A21}" destId="{3CA9D3A8-30AA-4005-BDD1-F09E78FB9E08}" srcOrd="0" destOrd="0" presId="urn:microsoft.com/office/officeart/2005/8/layout/default"/>
    <dgm:cxn modelId="{C1DDB996-D124-401E-BF1F-16106DE8008A}" type="presOf" srcId="{2C5BBCE9-01BB-4B0A-870D-31E21F6A484D}" destId="{956937D6-7937-4BF0-8C34-40CF3B938FB1}" srcOrd="0" destOrd="0" presId="urn:microsoft.com/office/officeart/2005/8/layout/default"/>
    <dgm:cxn modelId="{4E65B69D-6925-4C86-BAE3-618824560C5C}" srcId="{68993A7E-8B88-415E-8581-E9407557E6F4}" destId="{DC12386B-D6D5-4F37-902A-569E4408BF74}" srcOrd="4" destOrd="0" parTransId="{5496DCB3-B7A2-4EF9-9CA7-9B19AF171F74}" sibTransId="{FDB39B21-6EFC-4A73-AB5E-3E7146D92909}"/>
    <dgm:cxn modelId="{6A713BA7-39EA-43BE-8B83-C11A8DFA33F4}" type="presOf" srcId="{68993A7E-8B88-415E-8581-E9407557E6F4}" destId="{3D828154-D044-4789-84BC-20DB78A3D7D8}" srcOrd="0" destOrd="0" presId="urn:microsoft.com/office/officeart/2005/8/layout/default"/>
    <dgm:cxn modelId="{A0181ED8-C75C-4EB8-8F46-4AB17C245681}" type="presOf" srcId="{C527AC6E-35AA-488E-A0C0-AA21811E4E25}" destId="{E4E11063-B321-4AEC-A1C2-003B894B2C3D}" srcOrd="0" destOrd="0" presId="urn:microsoft.com/office/officeart/2005/8/layout/default"/>
    <dgm:cxn modelId="{CEBBA1C9-C9C7-48A8-B726-261F00AD8BB7}" type="presParOf" srcId="{3D828154-D044-4789-84BC-20DB78A3D7D8}" destId="{3CA9D3A8-30AA-4005-BDD1-F09E78FB9E08}" srcOrd="0" destOrd="0" presId="urn:microsoft.com/office/officeart/2005/8/layout/default"/>
    <dgm:cxn modelId="{F8B5BB55-7985-4332-920D-588A4D483887}" type="presParOf" srcId="{3D828154-D044-4789-84BC-20DB78A3D7D8}" destId="{02EDF5E8-66EB-4443-8EBC-E73C4E1EDAD9}" srcOrd="1" destOrd="0" presId="urn:microsoft.com/office/officeart/2005/8/layout/default"/>
    <dgm:cxn modelId="{5D6DE1E7-FB45-42CA-8FCA-67BD3124575E}" type="presParOf" srcId="{3D828154-D044-4789-84BC-20DB78A3D7D8}" destId="{18F3DEFA-E740-4291-8F29-350EA6ACC5AB}" srcOrd="2" destOrd="0" presId="urn:microsoft.com/office/officeart/2005/8/layout/default"/>
    <dgm:cxn modelId="{654F27E7-FA32-48FF-A7AD-9591B20D0806}" type="presParOf" srcId="{3D828154-D044-4789-84BC-20DB78A3D7D8}" destId="{753182C2-D360-413F-A491-B76AC4CA1A6F}" srcOrd="3" destOrd="0" presId="urn:microsoft.com/office/officeart/2005/8/layout/default"/>
    <dgm:cxn modelId="{DE2DE574-4B97-4857-8A52-44BC7F4EA366}" type="presParOf" srcId="{3D828154-D044-4789-84BC-20DB78A3D7D8}" destId="{B407A7A0-E900-4167-BF47-97C40B5A7FE0}" srcOrd="4" destOrd="0" presId="urn:microsoft.com/office/officeart/2005/8/layout/default"/>
    <dgm:cxn modelId="{AA9921CB-38FA-4F08-AB91-9770B1FBC8A9}" type="presParOf" srcId="{3D828154-D044-4789-84BC-20DB78A3D7D8}" destId="{F3E7A549-B5C8-4FEB-A4B4-450F548B48F9}" srcOrd="5" destOrd="0" presId="urn:microsoft.com/office/officeart/2005/8/layout/default"/>
    <dgm:cxn modelId="{FE0D267F-80CF-4DCF-96EF-EF16CF50FB58}" type="presParOf" srcId="{3D828154-D044-4789-84BC-20DB78A3D7D8}" destId="{956937D6-7937-4BF0-8C34-40CF3B938FB1}" srcOrd="6" destOrd="0" presId="urn:microsoft.com/office/officeart/2005/8/layout/default"/>
    <dgm:cxn modelId="{D6F58E30-0AE7-4A9E-8866-0C0E126AF5BF}" type="presParOf" srcId="{3D828154-D044-4789-84BC-20DB78A3D7D8}" destId="{3294B8C4-5A3F-470A-9D48-2B3E90A30578}" srcOrd="7" destOrd="0" presId="urn:microsoft.com/office/officeart/2005/8/layout/default"/>
    <dgm:cxn modelId="{A0054779-129D-4AC8-8EEB-7450FE910C5F}" type="presParOf" srcId="{3D828154-D044-4789-84BC-20DB78A3D7D8}" destId="{B78B91F0-8382-4736-A040-227BC53CD688}" srcOrd="8" destOrd="0" presId="urn:microsoft.com/office/officeart/2005/8/layout/default"/>
    <dgm:cxn modelId="{F7A3C121-8351-4DE4-BDCF-2873460584D3}" type="presParOf" srcId="{3D828154-D044-4789-84BC-20DB78A3D7D8}" destId="{55CEF5BA-429E-4FA2-9979-0F9F8C2C0EB4}" srcOrd="9" destOrd="0" presId="urn:microsoft.com/office/officeart/2005/8/layout/default"/>
    <dgm:cxn modelId="{403EE86E-05E8-4091-A6A7-27C61DB8AC9C}" type="presParOf" srcId="{3D828154-D044-4789-84BC-20DB78A3D7D8}" destId="{E4E11063-B321-4AEC-A1C2-003B894B2C3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993A7E-8B88-415E-8581-E9407557E6F4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C3D299CF-7D21-459F-9B19-D59A2AD06A21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персоналом и обучение</a:t>
          </a:r>
        </a:p>
      </dgm:t>
    </dgm:pt>
    <dgm:pt modelId="{E107661C-3004-4EEE-B6C4-34D92FD5C1A3}" type="parTrans" cxnId="{F0B0EB78-5A28-45C1-9DAD-8E9FE11CB2DF}">
      <dgm:prSet/>
      <dgm:spPr/>
      <dgm:t>
        <a:bodyPr/>
        <a:lstStyle/>
        <a:p>
          <a:endParaRPr lang="ru-RU"/>
        </a:p>
      </dgm:t>
    </dgm:pt>
    <dgm:pt modelId="{96F63827-9A0B-426F-84EC-5219283A75F5}" type="sibTrans" cxnId="{F0B0EB78-5A28-45C1-9DAD-8E9FE11CB2DF}">
      <dgm:prSet/>
      <dgm:spPr/>
      <dgm:t>
        <a:bodyPr/>
        <a:lstStyle/>
        <a:p>
          <a:endParaRPr lang="ru-RU"/>
        </a:p>
      </dgm:t>
    </dgm:pt>
    <dgm:pt modelId="{0374B783-1A6B-4AA5-A775-538531CE0752}">
      <dgm:prSet phldrT="[Текст]"/>
      <dgm:spPr/>
      <dgm:t>
        <a:bodyPr/>
        <a:lstStyle/>
        <a:p>
          <a:pPr>
            <a:buNone/>
          </a:pPr>
          <a:r>
            <a:rPr lang="ru-RU" dirty="0"/>
            <a:t>Поддержка IT-инфраструктуры</a:t>
          </a:r>
        </a:p>
      </dgm:t>
    </dgm:pt>
    <dgm:pt modelId="{623CAACD-5AB6-4B55-ACFB-F0D3930DAF71}" type="parTrans" cxnId="{DF74D20E-7A27-481C-BC3F-B89A029A5A60}">
      <dgm:prSet/>
      <dgm:spPr/>
      <dgm:t>
        <a:bodyPr/>
        <a:lstStyle/>
        <a:p>
          <a:endParaRPr lang="ru-RU"/>
        </a:p>
      </dgm:t>
    </dgm:pt>
    <dgm:pt modelId="{BD246B43-B156-4923-922F-E7835B013D37}" type="sibTrans" cxnId="{DF74D20E-7A27-481C-BC3F-B89A029A5A60}">
      <dgm:prSet/>
      <dgm:spPr/>
      <dgm:t>
        <a:bodyPr/>
        <a:lstStyle/>
        <a:p>
          <a:endParaRPr lang="ru-RU"/>
        </a:p>
      </dgm:t>
    </dgm:pt>
    <dgm:pt modelId="{5ABA85EC-295B-49D0-9944-8E55CE2731C8}">
      <dgm:prSet phldrT="[Текст]"/>
      <dgm:spPr/>
      <dgm:t>
        <a:bodyPr/>
        <a:lstStyle/>
        <a:p>
          <a:pPr>
            <a:buNone/>
          </a:pPr>
          <a:r>
            <a:rPr lang="ru-RU" dirty="0"/>
            <a:t>Бухгалтерский и налоговый учет</a:t>
          </a:r>
        </a:p>
      </dgm:t>
    </dgm:pt>
    <dgm:pt modelId="{BA3BE02A-98F8-42FA-86A6-DFA8C4044E53}" type="parTrans" cxnId="{4C0B2DDA-B5BF-4154-A1BF-B09C0E8D18AC}">
      <dgm:prSet/>
      <dgm:spPr/>
      <dgm:t>
        <a:bodyPr/>
        <a:lstStyle/>
        <a:p>
          <a:endParaRPr lang="ru-RU"/>
        </a:p>
      </dgm:t>
    </dgm:pt>
    <dgm:pt modelId="{BE885088-ECA4-4716-84FF-9B7BA0B84661}" type="sibTrans" cxnId="{4C0B2DDA-B5BF-4154-A1BF-B09C0E8D18AC}">
      <dgm:prSet/>
      <dgm:spPr/>
      <dgm:t>
        <a:bodyPr/>
        <a:lstStyle/>
        <a:p>
          <a:endParaRPr lang="ru-RU"/>
        </a:p>
      </dgm:t>
    </dgm:pt>
    <dgm:pt modelId="{613932C0-9A18-4551-9BB7-8D1553A4E4D3}">
      <dgm:prSet phldrT="[Текст]"/>
      <dgm:spPr/>
      <dgm:t>
        <a:bodyPr/>
        <a:lstStyle/>
        <a:p>
          <a:pPr>
            <a:buNone/>
          </a:pPr>
          <a:r>
            <a:rPr lang="ru-RU" dirty="0"/>
            <a:t>Юридическое сопровождение</a:t>
          </a:r>
        </a:p>
      </dgm:t>
    </dgm:pt>
    <dgm:pt modelId="{DD9493A8-0103-41E8-A61E-A1E3642D6FE5}" type="parTrans" cxnId="{C8D089F4-C59C-4C77-8CAD-DFE39B0362E8}">
      <dgm:prSet/>
      <dgm:spPr/>
      <dgm:t>
        <a:bodyPr/>
        <a:lstStyle/>
        <a:p>
          <a:endParaRPr lang="ru-RU"/>
        </a:p>
      </dgm:t>
    </dgm:pt>
    <dgm:pt modelId="{8C6796F4-BD7C-4525-B90E-1246AC9AEFC2}" type="sibTrans" cxnId="{C8D089F4-C59C-4C77-8CAD-DFE39B0362E8}">
      <dgm:prSet/>
      <dgm:spPr/>
      <dgm:t>
        <a:bodyPr/>
        <a:lstStyle/>
        <a:p>
          <a:endParaRPr lang="ru-RU"/>
        </a:p>
      </dgm:t>
    </dgm:pt>
    <dgm:pt modelId="{1911BDD3-7197-4150-870A-E9260E012775}">
      <dgm:prSet phldrT="[Текст]"/>
      <dgm:spPr/>
      <dgm:t>
        <a:bodyPr/>
        <a:lstStyle/>
        <a:p>
          <a:pPr>
            <a:buNone/>
          </a:pPr>
          <a:r>
            <a:rPr lang="ru-RU" dirty="0"/>
            <a:t>Административное обеспечение</a:t>
          </a:r>
        </a:p>
      </dgm:t>
    </dgm:pt>
    <dgm:pt modelId="{15F4AEA1-E76C-4701-B464-A35D4B6B0F33}" type="parTrans" cxnId="{87D0E1E6-3B57-4FE5-9F95-15173ADAA571}">
      <dgm:prSet/>
      <dgm:spPr/>
      <dgm:t>
        <a:bodyPr/>
        <a:lstStyle/>
        <a:p>
          <a:endParaRPr lang="ru-RU"/>
        </a:p>
      </dgm:t>
    </dgm:pt>
    <dgm:pt modelId="{3409710D-397B-49FD-BC2E-D5B505E56475}" type="sibTrans" cxnId="{87D0E1E6-3B57-4FE5-9F95-15173ADAA571}">
      <dgm:prSet/>
      <dgm:spPr/>
      <dgm:t>
        <a:bodyPr/>
        <a:lstStyle/>
        <a:p>
          <a:endParaRPr lang="ru-RU"/>
        </a:p>
      </dgm:t>
    </dgm:pt>
    <dgm:pt modelId="{EA5E700E-D439-473E-9B37-52F3755B5687}">
      <dgm:prSet phldrT="[Текст]"/>
      <dgm:spPr/>
      <dgm:t>
        <a:bodyPr/>
        <a:lstStyle/>
        <a:p>
          <a:pPr>
            <a:buNone/>
          </a:pPr>
          <a:r>
            <a:rPr lang="ru-RU" dirty="0"/>
            <a:t>Информационная безопасность</a:t>
          </a:r>
        </a:p>
      </dgm:t>
    </dgm:pt>
    <dgm:pt modelId="{A31EB7C6-7F99-4206-87BB-F34483C106BB}" type="parTrans" cxnId="{FF6727AF-031C-4178-820D-36F743BE81F9}">
      <dgm:prSet/>
      <dgm:spPr/>
      <dgm:t>
        <a:bodyPr/>
        <a:lstStyle/>
        <a:p>
          <a:endParaRPr lang="ru-RU"/>
        </a:p>
      </dgm:t>
    </dgm:pt>
    <dgm:pt modelId="{3D06320C-9F33-4D3F-B741-CAFFD367697E}" type="sibTrans" cxnId="{FF6727AF-031C-4178-820D-36F743BE81F9}">
      <dgm:prSet/>
      <dgm:spPr/>
      <dgm:t>
        <a:bodyPr/>
        <a:lstStyle/>
        <a:p>
          <a:endParaRPr lang="ru-RU"/>
        </a:p>
      </dgm:t>
    </dgm:pt>
    <dgm:pt modelId="{3D828154-D044-4789-84BC-20DB78A3D7D8}" type="pres">
      <dgm:prSet presAssocID="{68993A7E-8B88-415E-8581-E9407557E6F4}" presName="diagram" presStyleCnt="0">
        <dgm:presLayoutVars>
          <dgm:dir/>
          <dgm:resizeHandles val="exact"/>
        </dgm:presLayoutVars>
      </dgm:prSet>
      <dgm:spPr/>
    </dgm:pt>
    <dgm:pt modelId="{3CA9D3A8-30AA-4005-BDD1-F09E78FB9E08}" type="pres">
      <dgm:prSet presAssocID="{C3D299CF-7D21-459F-9B19-D59A2AD06A21}" presName="node" presStyleLbl="node1" presStyleIdx="0" presStyleCnt="6">
        <dgm:presLayoutVars>
          <dgm:bulletEnabled val="1"/>
        </dgm:presLayoutVars>
      </dgm:prSet>
      <dgm:spPr>
        <a:prstGeom prst="rect">
          <a:avLst/>
        </a:prstGeom>
      </dgm:spPr>
    </dgm:pt>
    <dgm:pt modelId="{5734A936-3A63-40E7-BD03-CDE0C690A4E2}" type="pres">
      <dgm:prSet presAssocID="{96F63827-9A0B-426F-84EC-5219283A75F5}" presName="sibTrans" presStyleCnt="0"/>
      <dgm:spPr/>
    </dgm:pt>
    <dgm:pt modelId="{0D2E02C6-DA43-411F-ABFD-D2DA3E2CB6E0}" type="pres">
      <dgm:prSet presAssocID="{0374B783-1A6B-4AA5-A775-538531CE0752}" presName="node" presStyleLbl="node1" presStyleIdx="1" presStyleCnt="6">
        <dgm:presLayoutVars>
          <dgm:bulletEnabled val="1"/>
        </dgm:presLayoutVars>
      </dgm:prSet>
      <dgm:spPr>
        <a:prstGeom prst="rect">
          <a:avLst/>
        </a:prstGeom>
      </dgm:spPr>
    </dgm:pt>
    <dgm:pt modelId="{DE989C78-1AFE-4ECC-9BAB-DA6DF707AB4E}" type="pres">
      <dgm:prSet presAssocID="{BD246B43-B156-4923-922F-E7835B013D37}" presName="sibTrans" presStyleCnt="0"/>
      <dgm:spPr/>
    </dgm:pt>
    <dgm:pt modelId="{3D750800-E4F5-4FF9-84DD-492CA0033FCF}" type="pres">
      <dgm:prSet presAssocID="{5ABA85EC-295B-49D0-9944-8E55CE2731C8}" presName="node" presStyleLbl="node1" presStyleIdx="2" presStyleCnt="6">
        <dgm:presLayoutVars>
          <dgm:bulletEnabled val="1"/>
        </dgm:presLayoutVars>
      </dgm:prSet>
      <dgm:spPr>
        <a:prstGeom prst="rect">
          <a:avLst/>
        </a:prstGeom>
      </dgm:spPr>
    </dgm:pt>
    <dgm:pt modelId="{8B46F560-13E3-45C0-A954-14A5C46590E5}" type="pres">
      <dgm:prSet presAssocID="{BE885088-ECA4-4716-84FF-9B7BA0B84661}" presName="sibTrans" presStyleCnt="0"/>
      <dgm:spPr/>
    </dgm:pt>
    <dgm:pt modelId="{19652792-61E6-4843-AD6D-70A4E9A222E6}" type="pres">
      <dgm:prSet presAssocID="{613932C0-9A18-4551-9BB7-8D1553A4E4D3}" presName="node" presStyleLbl="node1" presStyleIdx="3" presStyleCnt="6">
        <dgm:presLayoutVars>
          <dgm:bulletEnabled val="1"/>
        </dgm:presLayoutVars>
      </dgm:prSet>
      <dgm:spPr>
        <a:prstGeom prst="rect">
          <a:avLst/>
        </a:prstGeom>
      </dgm:spPr>
    </dgm:pt>
    <dgm:pt modelId="{C0CE93FA-3ABA-4FA7-9561-AAFCA85955A4}" type="pres">
      <dgm:prSet presAssocID="{8C6796F4-BD7C-4525-B90E-1246AC9AEFC2}" presName="sibTrans" presStyleCnt="0"/>
      <dgm:spPr/>
    </dgm:pt>
    <dgm:pt modelId="{1B51E487-422D-43B3-9C2F-32646D93642F}" type="pres">
      <dgm:prSet presAssocID="{1911BDD3-7197-4150-870A-E9260E012775}" presName="node" presStyleLbl="node1" presStyleIdx="4" presStyleCnt="6">
        <dgm:presLayoutVars>
          <dgm:bulletEnabled val="1"/>
        </dgm:presLayoutVars>
      </dgm:prSet>
      <dgm:spPr>
        <a:prstGeom prst="rect">
          <a:avLst/>
        </a:prstGeom>
      </dgm:spPr>
    </dgm:pt>
    <dgm:pt modelId="{DB6C3275-013E-4812-864A-D00E6EDE9D8E}" type="pres">
      <dgm:prSet presAssocID="{3409710D-397B-49FD-BC2E-D5B505E56475}" presName="sibTrans" presStyleCnt="0"/>
      <dgm:spPr/>
    </dgm:pt>
    <dgm:pt modelId="{44176214-6600-4B0B-9345-15536C5F2BD1}" type="pres">
      <dgm:prSet presAssocID="{EA5E700E-D439-473E-9B37-52F3755B5687}" presName="node" presStyleLbl="node1" presStyleIdx="5" presStyleCnt="6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DF74D20E-7A27-481C-BC3F-B89A029A5A60}" srcId="{68993A7E-8B88-415E-8581-E9407557E6F4}" destId="{0374B783-1A6B-4AA5-A775-538531CE0752}" srcOrd="1" destOrd="0" parTransId="{623CAACD-5AB6-4B55-ACFB-F0D3930DAF71}" sibTransId="{BD246B43-B156-4923-922F-E7835B013D37}"/>
    <dgm:cxn modelId="{12302F19-D3C1-41AB-8F31-9F25CC4254E8}" type="presOf" srcId="{0374B783-1A6B-4AA5-A775-538531CE0752}" destId="{0D2E02C6-DA43-411F-ABFD-D2DA3E2CB6E0}" srcOrd="0" destOrd="0" presId="urn:microsoft.com/office/officeart/2005/8/layout/default"/>
    <dgm:cxn modelId="{F0B0EB78-5A28-45C1-9DAD-8E9FE11CB2DF}" srcId="{68993A7E-8B88-415E-8581-E9407557E6F4}" destId="{C3D299CF-7D21-459F-9B19-D59A2AD06A21}" srcOrd="0" destOrd="0" parTransId="{E107661C-3004-4EEE-B6C4-34D92FD5C1A3}" sibTransId="{96F63827-9A0B-426F-84EC-5219283A75F5}"/>
    <dgm:cxn modelId="{E8285091-63B9-4B2D-9CA3-F4C38F20F076}" type="presOf" srcId="{613932C0-9A18-4551-9BB7-8D1553A4E4D3}" destId="{19652792-61E6-4843-AD6D-70A4E9A222E6}" srcOrd="0" destOrd="0" presId="urn:microsoft.com/office/officeart/2005/8/layout/default"/>
    <dgm:cxn modelId="{E7FC1E96-5B62-4991-9518-529C028AB0D0}" type="presOf" srcId="{C3D299CF-7D21-459F-9B19-D59A2AD06A21}" destId="{3CA9D3A8-30AA-4005-BDD1-F09E78FB9E08}" srcOrd="0" destOrd="0" presId="urn:microsoft.com/office/officeart/2005/8/layout/default"/>
    <dgm:cxn modelId="{6A713BA7-39EA-43BE-8B83-C11A8DFA33F4}" type="presOf" srcId="{68993A7E-8B88-415E-8581-E9407557E6F4}" destId="{3D828154-D044-4789-84BC-20DB78A3D7D8}" srcOrd="0" destOrd="0" presId="urn:microsoft.com/office/officeart/2005/8/layout/default"/>
    <dgm:cxn modelId="{FF6727AF-031C-4178-820D-36F743BE81F9}" srcId="{68993A7E-8B88-415E-8581-E9407557E6F4}" destId="{EA5E700E-D439-473E-9B37-52F3755B5687}" srcOrd="5" destOrd="0" parTransId="{A31EB7C6-7F99-4206-87BB-F34483C106BB}" sibTransId="{3D06320C-9F33-4D3F-B741-CAFFD367697E}"/>
    <dgm:cxn modelId="{1BD538BC-5CF1-48B4-AF46-E759FCB9A95E}" type="presOf" srcId="{1911BDD3-7197-4150-870A-E9260E012775}" destId="{1B51E487-422D-43B3-9C2F-32646D93642F}" srcOrd="0" destOrd="0" presId="urn:microsoft.com/office/officeart/2005/8/layout/default"/>
    <dgm:cxn modelId="{4EA89CC9-8F29-4054-8844-4DFB1B9A0F12}" type="presOf" srcId="{5ABA85EC-295B-49D0-9944-8E55CE2731C8}" destId="{3D750800-E4F5-4FF9-84DD-492CA0033FCF}" srcOrd="0" destOrd="0" presId="urn:microsoft.com/office/officeart/2005/8/layout/default"/>
    <dgm:cxn modelId="{4C0B2DDA-B5BF-4154-A1BF-B09C0E8D18AC}" srcId="{68993A7E-8B88-415E-8581-E9407557E6F4}" destId="{5ABA85EC-295B-49D0-9944-8E55CE2731C8}" srcOrd="2" destOrd="0" parTransId="{BA3BE02A-98F8-42FA-86A6-DFA8C4044E53}" sibTransId="{BE885088-ECA4-4716-84FF-9B7BA0B84661}"/>
    <dgm:cxn modelId="{87D0E1E6-3B57-4FE5-9F95-15173ADAA571}" srcId="{68993A7E-8B88-415E-8581-E9407557E6F4}" destId="{1911BDD3-7197-4150-870A-E9260E012775}" srcOrd="4" destOrd="0" parTransId="{15F4AEA1-E76C-4701-B464-A35D4B6B0F33}" sibTransId="{3409710D-397B-49FD-BC2E-D5B505E56475}"/>
    <dgm:cxn modelId="{C8D089F4-C59C-4C77-8CAD-DFE39B0362E8}" srcId="{68993A7E-8B88-415E-8581-E9407557E6F4}" destId="{613932C0-9A18-4551-9BB7-8D1553A4E4D3}" srcOrd="3" destOrd="0" parTransId="{DD9493A8-0103-41E8-A61E-A1E3642D6FE5}" sibTransId="{8C6796F4-BD7C-4525-B90E-1246AC9AEFC2}"/>
    <dgm:cxn modelId="{A283E9F9-22D6-4809-8AB5-A9DC0F1E4E91}" type="presOf" srcId="{EA5E700E-D439-473E-9B37-52F3755B5687}" destId="{44176214-6600-4B0B-9345-15536C5F2BD1}" srcOrd="0" destOrd="0" presId="urn:microsoft.com/office/officeart/2005/8/layout/default"/>
    <dgm:cxn modelId="{CEBBA1C9-C9C7-48A8-B726-261F00AD8BB7}" type="presParOf" srcId="{3D828154-D044-4789-84BC-20DB78A3D7D8}" destId="{3CA9D3A8-30AA-4005-BDD1-F09E78FB9E08}" srcOrd="0" destOrd="0" presId="urn:microsoft.com/office/officeart/2005/8/layout/default"/>
    <dgm:cxn modelId="{AFA05D8F-6326-43D9-A18D-7883A12BDDE3}" type="presParOf" srcId="{3D828154-D044-4789-84BC-20DB78A3D7D8}" destId="{5734A936-3A63-40E7-BD03-CDE0C690A4E2}" srcOrd="1" destOrd="0" presId="urn:microsoft.com/office/officeart/2005/8/layout/default"/>
    <dgm:cxn modelId="{9A618A46-4E32-4033-B1E0-00B6C6D22465}" type="presParOf" srcId="{3D828154-D044-4789-84BC-20DB78A3D7D8}" destId="{0D2E02C6-DA43-411F-ABFD-D2DA3E2CB6E0}" srcOrd="2" destOrd="0" presId="urn:microsoft.com/office/officeart/2005/8/layout/default"/>
    <dgm:cxn modelId="{D88AD335-3F1C-4C37-9075-8695D5F4E893}" type="presParOf" srcId="{3D828154-D044-4789-84BC-20DB78A3D7D8}" destId="{DE989C78-1AFE-4ECC-9BAB-DA6DF707AB4E}" srcOrd="3" destOrd="0" presId="urn:microsoft.com/office/officeart/2005/8/layout/default"/>
    <dgm:cxn modelId="{DF9C2C42-FFA0-4503-8412-D3275EA940D2}" type="presParOf" srcId="{3D828154-D044-4789-84BC-20DB78A3D7D8}" destId="{3D750800-E4F5-4FF9-84DD-492CA0033FCF}" srcOrd="4" destOrd="0" presId="urn:microsoft.com/office/officeart/2005/8/layout/default"/>
    <dgm:cxn modelId="{27DDF6CC-F2F5-4BD6-8337-303CBD1C95D1}" type="presParOf" srcId="{3D828154-D044-4789-84BC-20DB78A3D7D8}" destId="{8B46F560-13E3-45C0-A954-14A5C46590E5}" srcOrd="5" destOrd="0" presId="urn:microsoft.com/office/officeart/2005/8/layout/default"/>
    <dgm:cxn modelId="{79BFC4CB-6144-49AB-BFA4-2E91B9CC4A08}" type="presParOf" srcId="{3D828154-D044-4789-84BC-20DB78A3D7D8}" destId="{19652792-61E6-4843-AD6D-70A4E9A222E6}" srcOrd="6" destOrd="0" presId="urn:microsoft.com/office/officeart/2005/8/layout/default"/>
    <dgm:cxn modelId="{D950F626-F4FD-4A95-92EC-69BE26D47434}" type="presParOf" srcId="{3D828154-D044-4789-84BC-20DB78A3D7D8}" destId="{C0CE93FA-3ABA-4FA7-9561-AAFCA85955A4}" srcOrd="7" destOrd="0" presId="urn:microsoft.com/office/officeart/2005/8/layout/default"/>
    <dgm:cxn modelId="{9D53655F-95A0-4181-BF18-DF4D84D44619}" type="presParOf" srcId="{3D828154-D044-4789-84BC-20DB78A3D7D8}" destId="{1B51E487-422D-43B3-9C2F-32646D93642F}" srcOrd="8" destOrd="0" presId="urn:microsoft.com/office/officeart/2005/8/layout/default"/>
    <dgm:cxn modelId="{F7DDDDAD-1CF7-4B0A-85BC-DCA2B6EC1F1F}" type="presParOf" srcId="{3D828154-D044-4789-84BC-20DB78A3D7D8}" destId="{DB6C3275-013E-4812-864A-D00E6EDE9D8E}" srcOrd="9" destOrd="0" presId="urn:microsoft.com/office/officeart/2005/8/layout/default"/>
    <dgm:cxn modelId="{5362E675-5152-49A9-8AF0-B9EFFD88967B}" type="presParOf" srcId="{3D828154-D044-4789-84BC-20DB78A3D7D8}" destId="{44176214-6600-4B0B-9345-15536C5F2BD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9D3A8-30AA-4005-BDD1-F09E78FB9E08}">
      <dsp:nvSpPr>
        <dsp:cNvPr id="0" name=""/>
        <dsp:cNvSpPr/>
      </dsp:nvSpPr>
      <dsp:spPr>
        <a:xfrm>
          <a:off x="1431" y="183875"/>
          <a:ext cx="1803084" cy="1081850"/>
        </a:xfrm>
        <a:prstGeom prst="flowChartOffpage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Стратегическое управление компанией</a:t>
          </a:r>
        </a:p>
      </dsp:txBody>
      <dsp:txXfrm>
        <a:off x="1431" y="183875"/>
        <a:ext cx="1803084" cy="865480"/>
      </dsp:txXfrm>
    </dsp:sp>
    <dsp:sp modelId="{755B4218-5067-432F-B525-BC7B7E139223}">
      <dsp:nvSpPr>
        <dsp:cNvPr id="0" name=""/>
        <dsp:cNvSpPr/>
      </dsp:nvSpPr>
      <dsp:spPr>
        <a:xfrm>
          <a:off x="1984824" y="183875"/>
          <a:ext cx="1803084" cy="1081850"/>
        </a:xfrm>
        <a:prstGeom prst="flowChartOffpage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финансами и бюджетированием</a:t>
          </a:r>
        </a:p>
      </dsp:txBody>
      <dsp:txXfrm>
        <a:off x="1984824" y="183875"/>
        <a:ext cx="1803084" cy="865480"/>
      </dsp:txXfrm>
    </dsp:sp>
    <dsp:sp modelId="{209E8257-1761-48E0-B679-3C889869BE50}">
      <dsp:nvSpPr>
        <dsp:cNvPr id="0" name=""/>
        <dsp:cNvSpPr/>
      </dsp:nvSpPr>
      <dsp:spPr>
        <a:xfrm>
          <a:off x="3968217" y="183875"/>
          <a:ext cx="1803084" cy="1081850"/>
        </a:xfrm>
        <a:prstGeom prst="flowChartOffpage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качеством и рисками</a:t>
          </a:r>
        </a:p>
      </dsp:txBody>
      <dsp:txXfrm>
        <a:off x="3968217" y="183875"/>
        <a:ext cx="1803084" cy="865480"/>
      </dsp:txXfrm>
    </dsp:sp>
    <dsp:sp modelId="{991C5138-859E-4B35-9CD9-871297AA39A0}">
      <dsp:nvSpPr>
        <dsp:cNvPr id="0" name=""/>
        <dsp:cNvSpPr/>
      </dsp:nvSpPr>
      <dsp:spPr>
        <a:xfrm>
          <a:off x="5951610" y="183875"/>
          <a:ext cx="1803084" cy="1081850"/>
        </a:xfrm>
        <a:prstGeom prst="flowChartOffpage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маркетингом и развитием бренда</a:t>
          </a:r>
        </a:p>
      </dsp:txBody>
      <dsp:txXfrm>
        <a:off x="5951610" y="183875"/>
        <a:ext cx="1803084" cy="865480"/>
      </dsp:txXfrm>
    </dsp:sp>
    <dsp:sp modelId="{8064E07E-F74E-400A-82F4-E347681F683D}">
      <dsp:nvSpPr>
        <dsp:cNvPr id="0" name=""/>
        <dsp:cNvSpPr/>
      </dsp:nvSpPr>
      <dsp:spPr>
        <a:xfrm>
          <a:off x="7935003" y="183875"/>
          <a:ext cx="1803084" cy="1081850"/>
        </a:xfrm>
        <a:prstGeom prst="flowChartOffpage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информационной безопасностью</a:t>
          </a:r>
        </a:p>
      </dsp:txBody>
      <dsp:txXfrm>
        <a:off x="7935003" y="183875"/>
        <a:ext cx="1803084" cy="865480"/>
      </dsp:txXfrm>
    </dsp:sp>
    <dsp:sp modelId="{A2421453-F7D0-43A1-A6B4-C9BAE8230ADD}">
      <dsp:nvSpPr>
        <dsp:cNvPr id="0" name=""/>
        <dsp:cNvSpPr/>
      </dsp:nvSpPr>
      <dsp:spPr>
        <a:xfrm>
          <a:off x="9918396" y="183875"/>
          <a:ext cx="1803084" cy="1081850"/>
        </a:xfrm>
        <a:prstGeom prst="flowChartOffpage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клиентским сервисом</a:t>
          </a:r>
        </a:p>
      </dsp:txBody>
      <dsp:txXfrm>
        <a:off x="9918396" y="183875"/>
        <a:ext cx="1803084" cy="865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9D3A8-30AA-4005-BDD1-F09E78FB9E08}">
      <dsp:nvSpPr>
        <dsp:cNvPr id="0" name=""/>
        <dsp:cNvSpPr/>
      </dsp:nvSpPr>
      <dsp:spPr>
        <a:xfrm>
          <a:off x="1431" y="183875"/>
          <a:ext cx="1803084" cy="1081850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маркетплейсом</a:t>
          </a:r>
        </a:p>
      </dsp:txBody>
      <dsp:txXfrm>
        <a:off x="1431" y="183875"/>
        <a:ext cx="1532622" cy="1081850"/>
      </dsp:txXfrm>
    </dsp:sp>
    <dsp:sp modelId="{18F3DEFA-E740-4291-8F29-350EA6ACC5AB}">
      <dsp:nvSpPr>
        <dsp:cNvPr id="0" name=""/>
        <dsp:cNvSpPr/>
      </dsp:nvSpPr>
      <dsp:spPr>
        <a:xfrm>
          <a:off x="1984824" y="183875"/>
          <a:ext cx="1803084" cy="1081850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 Обработка заказов клиентов</a:t>
          </a:r>
        </a:p>
      </dsp:txBody>
      <dsp:txXfrm>
        <a:off x="1984824" y="183875"/>
        <a:ext cx="1532622" cy="1081850"/>
      </dsp:txXfrm>
    </dsp:sp>
    <dsp:sp modelId="{B407A7A0-E900-4167-BF47-97C40B5A7FE0}">
      <dsp:nvSpPr>
        <dsp:cNvPr id="0" name=""/>
        <dsp:cNvSpPr/>
      </dsp:nvSpPr>
      <dsp:spPr>
        <a:xfrm>
          <a:off x="3968217" y="183875"/>
          <a:ext cx="1803084" cy="1081850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Складская логистика и хранение</a:t>
          </a:r>
        </a:p>
      </dsp:txBody>
      <dsp:txXfrm>
        <a:off x="3968217" y="183875"/>
        <a:ext cx="1532622" cy="1081850"/>
      </dsp:txXfrm>
    </dsp:sp>
    <dsp:sp modelId="{956937D6-7937-4BF0-8C34-40CF3B938FB1}">
      <dsp:nvSpPr>
        <dsp:cNvPr id="0" name=""/>
        <dsp:cNvSpPr/>
      </dsp:nvSpPr>
      <dsp:spPr>
        <a:xfrm>
          <a:off x="5951610" y="183875"/>
          <a:ext cx="1803084" cy="1081850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Доставка заказов</a:t>
          </a:r>
        </a:p>
      </dsp:txBody>
      <dsp:txXfrm>
        <a:off x="5951610" y="183875"/>
        <a:ext cx="1532622" cy="1081850"/>
      </dsp:txXfrm>
    </dsp:sp>
    <dsp:sp modelId="{B78B91F0-8382-4736-A040-227BC53CD688}">
      <dsp:nvSpPr>
        <dsp:cNvPr id="0" name=""/>
        <dsp:cNvSpPr/>
      </dsp:nvSpPr>
      <dsp:spPr>
        <a:xfrm>
          <a:off x="7935003" y="183875"/>
          <a:ext cx="1803084" cy="1081850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Работа с продавцами и партнерами</a:t>
          </a:r>
        </a:p>
      </dsp:txBody>
      <dsp:txXfrm>
        <a:off x="7935003" y="183875"/>
        <a:ext cx="1532622" cy="1081850"/>
      </dsp:txXfrm>
    </dsp:sp>
    <dsp:sp modelId="{E4E11063-B321-4AEC-A1C2-003B894B2C3D}">
      <dsp:nvSpPr>
        <dsp:cNvPr id="0" name=""/>
        <dsp:cNvSpPr/>
      </dsp:nvSpPr>
      <dsp:spPr>
        <a:xfrm>
          <a:off x="9918396" y="183875"/>
          <a:ext cx="1803084" cy="1081850"/>
        </a:xfrm>
        <a:prstGeom prst="homePlat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финансовыми сервисами</a:t>
          </a:r>
        </a:p>
      </dsp:txBody>
      <dsp:txXfrm>
        <a:off x="9918396" y="183875"/>
        <a:ext cx="1532622" cy="1081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9D3A8-30AA-4005-BDD1-F09E78FB9E08}">
      <dsp:nvSpPr>
        <dsp:cNvPr id="0" name=""/>
        <dsp:cNvSpPr/>
      </dsp:nvSpPr>
      <dsp:spPr>
        <a:xfrm>
          <a:off x="1431" y="183875"/>
          <a:ext cx="1803084" cy="1081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Управление персоналом и обучение</a:t>
          </a:r>
        </a:p>
      </dsp:txBody>
      <dsp:txXfrm>
        <a:off x="1431" y="183875"/>
        <a:ext cx="1803084" cy="1081850"/>
      </dsp:txXfrm>
    </dsp:sp>
    <dsp:sp modelId="{0D2E02C6-DA43-411F-ABFD-D2DA3E2CB6E0}">
      <dsp:nvSpPr>
        <dsp:cNvPr id="0" name=""/>
        <dsp:cNvSpPr/>
      </dsp:nvSpPr>
      <dsp:spPr>
        <a:xfrm>
          <a:off x="1984824" y="183875"/>
          <a:ext cx="1803084" cy="1081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Поддержка IT-инфраструктуры</a:t>
          </a:r>
        </a:p>
      </dsp:txBody>
      <dsp:txXfrm>
        <a:off x="1984824" y="183875"/>
        <a:ext cx="1803084" cy="1081850"/>
      </dsp:txXfrm>
    </dsp:sp>
    <dsp:sp modelId="{3D750800-E4F5-4FF9-84DD-492CA0033FCF}">
      <dsp:nvSpPr>
        <dsp:cNvPr id="0" name=""/>
        <dsp:cNvSpPr/>
      </dsp:nvSpPr>
      <dsp:spPr>
        <a:xfrm>
          <a:off x="3968217" y="183875"/>
          <a:ext cx="1803084" cy="1081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Бухгалтерский и налоговый учет</a:t>
          </a:r>
        </a:p>
      </dsp:txBody>
      <dsp:txXfrm>
        <a:off x="3968217" y="183875"/>
        <a:ext cx="1803084" cy="1081850"/>
      </dsp:txXfrm>
    </dsp:sp>
    <dsp:sp modelId="{19652792-61E6-4843-AD6D-70A4E9A222E6}">
      <dsp:nvSpPr>
        <dsp:cNvPr id="0" name=""/>
        <dsp:cNvSpPr/>
      </dsp:nvSpPr>
      <dsp:spPr>
        <a:xfrm>
          <a:off x="5951610" y="183875"/>
          <a:ext cx="1803084" cy="1081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Юридическое сопровождение</a:t>
          </a:r>
        </a:p>
      </dsp:txBody>
      <dsp:txXfrm>
        <a:off x="5951610" y="183875"/>
        <a:ext cx="1803084" cy="1081850"/>
      </dsp:txXfrm>
    </dsp:sp>
    <dsp:sp modelId="{1B51E487-422D-43B3-9C2F-32646D93642F}">
      <dsp:nvSpPr>
        <dsp:cNvPr id="0" name=""/>
        <dsp:cNvSpPr/>
      </dsp:nvSpPr>
      <dsp:spPr>
        <a:xfrm>
          <a:off x="7935003" y="183875"/>
          <a:ext cx="1803084" cy="1081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Административное обеспечение</a:t>
          </a:r>
        </a:p>
      </dsp:txBody>
      <dsp:txXfrm>
        <a:off x="7935003" y="183875"/>
        <a:ext cx="1803084" cy="1081850"/>
      </dsp:txXfrm>
    </dsp:sp>
    <dsp:sp modelId="{44176214-6600-4B0B-9345-15536C5F2BD1}">
      <dsp:nvSpPr>
        <dsp:cNvPr id="0" name=""/>
        <dsp:cNvSpPr/>
      </dsp:nvSpPr>
      <dsp:spPr>
        <a:xfrm>
          <a:off x="9918396" y="183875"/>
          <a:ext cx="1803084" cy="1081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Информационная безопасность</a:t>
          </a:r>
        </a:p>
      </dsp:txBody>
      <dsp:txXfrm>
        <a:off x="9918396" y="183875"/>
        <a:ext cx="1803084" cy="10818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15208C-DEC6-1E30-1868-982925825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C29AB-9495-4C30-7DF9-51B3C6E16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ECC4BC-C6E0-E77C-D4C2-F1965C39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5149F8-7571-0F30-82E3-37820420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10E7ED-3D6E-16C4-CFFE-019D32F0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26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D94EA-E1D7-5B1A-BAF1-1394C8D8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D5F40-9D60-064A-3D79-B22A4044C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BE967-2FFB-0455-D31E-2EE6D652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76BBCA-84DD-ECC9-DE87-4DCC1E4B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963537-96D9-D3BB-D39B-24209161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1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0D16F-773D-4087-D06D-65790419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D50270-288E-F66E-363D-1161CCBD9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DBD08A-A304-F8FF-867B-61BA65E9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A259A3-04D1-7453-90F3-02615AD7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14B0CC-C6B8-ED1A-7A6E-D3573DFF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61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A8C89-6785-653E-28A7-7675A3CF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AE41-B40C-16A0-7679-04752BBB7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041CE2-8AD5-8D25-13AB-96ECCAD6C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65D964-E60C-E3CB-14DE-D76FA17D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E6B815-EB41-348A-7ED3-87F128B8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EA9C9A-4A84-409B-EE0A-DFDC1715C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65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60B19-F5D3-5000-2DBA-0687DABA1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B7E11B-7B89-111F-9B18-053A30D81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E2C3A5-8C72-0DC7-0306-17787D530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2CDAE9-C6E9-C9B3-AD2B-C81251D72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C513A6-7491-7D14-6B55-0CA50F51D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C0399A-B4F1-C3EA-5621-22271D3C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17BFC5-617C-A7B3-CD5B-6B427E6F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9BC0FE-322E-2C6C-9977-56A4A481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69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021DB-9BCB-9AE7-08DC-07B32A78B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BF0F72-7260-9B49-DC7C-D27D4CFC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A43D16-06D3-B9AC-BB64-E0678D6F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5C4C1C-EAB2-3A3D-FE48-66DB641E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34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35BB01-5EA0-056F-B260-FCC29A28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EA1E0A-6A11-66F9-3AAD-AD898AF1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D73C5A-AE8B-3626-483D-E3E390CC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42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AB5CF-0E6A-CD1E-FD99-B06910FA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5E3AA-16D3-1C03-6C1D-5B43D843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340D62-EF84-6D3A-5F00-4BEDAA3C7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1D912C-1D04-022A-1949-9049B453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BD7C89-0111-466F-AAB2-617105B7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2176D9-9DC7-D7DC-1D5B-30DFE67C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6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398AE-7DE2-D1F9-BBFD-8A72FE29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D25E3F-19DB-004E-B790-EE56FCCA9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D6397D-DB76-F953-D844-82B46C428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16E8BF-512C-716F-011B-F230683B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1E0F21-6B98-FD3D-68DE-FDC049BC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90FC20-BB19-7B28-4F87-D9A9C7A5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5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7D74F-35B4-3E63-087F-E70B5CDE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A0056D-FFF0-E84D-468B-63B3F5E34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99EDB-66CC-3717-7BAE-05151AAA1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1BF42B-99F9-2F4C-C717-3953F5D7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A1D101-CF7E-AE67-BDC1-343E954C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1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11F19C-818E-790B-C0A7-82E5CD99D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F7B9C4-094B-DCD4-6661-358F96EDF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87F516-1721-0AA4-3417-3B40022E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49B94-F1F5-5AAE-1217-B34C6D61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1F2F1-9DD4-4F9B-0A31-DB7123C7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92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61F94-22A0-546A-0BA9-56A85F71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71CCC-ECDD-3DD3-FC2B-630821A7C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4391B-FA58-2EFD-DBF7-E9807F0B0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1C245-EC9D-45AB-B281-B67E417C6146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44F408-E8F3-0D3E-48ED-F40F48BBA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0E454-267E-46AA-C780-D8683F121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95A3A-D6C8-4F4A-976F-0654121F28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7F8CF-A0E2-387F-26CF-3809C6BC6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Ozon (</a:t>
            </a:r>
            <a:r>
              <a:rPr lang="ru-RU" dirty="0"/>
              <a:t>ООО «Интернет Решения»)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EA577F3-C273-1025-B9BE-B05717DD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688" y="4610911"/>
            <a:ext cx="1875112" cy="1875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3BF16-DD9A-6D73-166A-CC57744BB68C}"/>
              </a:ext>
            </a:extLst>
          </p:cNvPr>
          <p:cNvSpPr txBox="1"/>
          <p:nvPr/>
        </p:nvSpPr>
        <p:spPr>
          <a:xfrm>
            <a:off x="1524000" y="4241579"/>
            <a:ext cx="60943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Анализ бизнес-процессов на основе APQC PCF </a:t>
            </a:r>
          </a:p>
        </p:txBody>
      </p:sp>
    </p:spTree>
    <p:extLst>
      <p:ext uri="{BB962C8B-B14F-4D97-AF65-F5344CB8AC3E}">
        <p14:creationId xmlns:p14="http://schemas.microsoft.com/office/powerpoint/2010/main" val="330637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388C5-E3A7-5E98-610C-89323911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Выделение процессов верхнего уровня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B90B457-F2F7-6232-EE6A-24FB413CD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320583"/>
              </p:ext>
            </p:extLst>
          </p:nvPr>
        </p:nvGraphicFramePr>
        <p:xfrm>
          <a:off x="838200" y="1669308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521138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62878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8945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Процессы управления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Основные процессы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Обеспечивающие процессы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243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Разработка стратегии развития </a:t>
                      </a:r>
                      <a:r>
                        <a:rPr lang="en-US"/>
                        <a:t>Ozon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маркетплейсом и онлайн-продажами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персоналом и обучением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928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Финансовое планирование и бюджетирование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заказами клиентов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</a:t>
                      </a:r>
                      <a:r>
                        <a:rPr lang="en-US"/>
                        <a:t>IT-</a:t>
                      </a:r>
                      <a:r>
                        <a:rPr lang="ru-RU"/>
                        <a:t>инфраструктурой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35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качеством сервиса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Складская обработка и хранение товаров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Бухгалтерский учет и аудит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31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рисками и информационной безопасностью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Логистика и доставка заказов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Юридическое сопровождение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23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маркетингом и развитием бренда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Работа с продавцами маркетплейса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Административно-хозяйственное обеспечение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522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Управление клиентским сервисом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Финансовые сервисы </a:t>
                      </a:r>
                      <a:r>
                        <a:rPr lang="en-US"/>
                        <a:t>Ozon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Обеспечение информационной безопасности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23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04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84E3B-6360-E9A1-CE2E-DFDD52DF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Блок-схема: процесс 21">
            <a:extLst>
              <a:ext uri="{FF2B5EF4-FFF2-40B4-BE49-F238E27FC236}">
                <a16:creationId xmlns:a16="http://schemas.microsoft.com/office/drawing/2014/main" id="{2FC3FCF1-5D4E-77C7-58FC-4E95820D3CFA}"/>
              </a:ext>
            </a:extLst>
          </p:cNvPr>
          <p:cNvSpPr/>
          <p:nvPr/>
        </p:nvSpPr>
        <p:spPr>
          <a:xfrm>
            <a:off x="140510" y="4828403"/>
            <a:ext cx="11910980" cy="162364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Блок-схема: процесс 20">
            <a:extLst>
              <a:ext uri="{FF2B5EF4-FFF2-40B4-BE49-F238E27FC236}">
                <a16:creationId xmlns:a16="http://schemas.microsoft.com/office/drawing/2014/main" id="{CD1B6F3B-ACF0-EA6B-BAB9-A8E4F2FA9F97}"/>
              </a:ext>
            </a:extLst>
          </p:cNvPr>
          <p:cNvSpPr/>
          <p:nvPr/>
        </p:nvSpPr>
        <p:spPr>
          <a:xfrm>
            <a:off x="140510" y="3239132"/>
            <a:ext cx="11910980" cy="154844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процесс 19">
            <a:extLst>
              <a:ext uri="{FF2B5EF4-FFF2-40B4-BE49-F238E27FC236}">
                <a16:creationId xmlns:a16="http://schemas.microsoft.com/office/drawing/2014/main" id="{2420EF07-4989-6977-4DD0-53C2B9360B22}"/>
              </a:ext>
            </a:extLst>
          </p:cNvPr>
          <p:cNvSpPr/>
          <p:nvPr/>
        </p:nvSpPr>
        <p:spPr>
          <a:xfrm>
            <a:off x="140510" y="1434990"/>
            <a:ext cx="11910980" cy="1763315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64555-F81D-2A0F-4DD8-31803147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Карта процессов верхнего уровня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EBDAA34A-01D2-548C-62FA-8AEA4A5AAF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524265"/>
              </p:ext>
            </p:extLst>
          </p:nvPr>
        </p:nvGraphicFramePr>
        <p:xfrm>
          <a:off x="234544" y="1690688"/>
          <a:ext cx="11722912" cy="1449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4BD0825-EB19-68F4-43E7-9E02912044FE}"/>
              </a:ext>
            </a:extLst>
          </p:cNvPr>
          <p:cNvSpPr txBox="1"/>
          <p:nvPr/>
        </p:nvSpPr>
        <p:spPr>
          <a:xfrm>
            <a:off x="234544" y="1434990"/>
            <a:ext cx="11722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Бизнес-процессы управления</a:t>
            </a:r>
          </a:p>
        </p:txBody>
      </p:sp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0E0849C0-2936-BBA8-5968-B8DC19176C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045165"/>
              </p:ext>
            </p:extLst>
          </p:nvPr>
        </p:nvGraphicFramePr>
        <p:xfrm>
          <a:off x="328578" y="3395988"/>
          <a:ext cx="11722912" cy="1449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0D56BAC-7FAA-96CF-D26A-CED9B09C8A56}"/>
              </a:ext>
            </a:extLst>
          </p:cNvPr>
          <p:cNvSpPr txBox="1"/>
          <p:nvPr/>
        </p:nvSpPr>
        <p:spPr>
          <a:xfrm>
            <a:off x="328578" y="3140290"/>
            <a:ext cx="11722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Основные бизнес-процессы</a:t>
            </a:r>
          </a:p>
        </p:txBody>
      </p:sp>
      <p:graphicFrame>
        <p:nvGraphicFramePr>
          <p:cNvPr id="18" name="Схема 17">
            <a:extLst>
              <a:ext uri="{FF2B5EF4-FFF2-40B4-BE49-F238E27FC236}">
                <a16:creationId xmlns:a16="http://schemas.microsoft.com/office/drawing/2014/main" id="{0387030F-7E5F-03C4-6D55-34F47A7BFD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580511"/>
              </p:ext>
            </p:extLst>
          </p:nvPr>
        </p:nvGraphicFramePr>
        <p:xfrm>
          <a:off x="328578" y="5043273"/>
          <a:ext cx="11722912" cy="1449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27F43EC-23DA-D419-D0A9-01D85D84A8A8}"/>
              </a:ext>
            </a:extLst>
          </p:cNvPr>
          <p:cNvSpPr txBox="1"/>
          <p:nvPr/>
        </p:nvSpPr>
        <p:spPr>
          <a:xfrm>
            <a:off x="328578" y="4787575"/>
            <a:ext cx="11722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Обеспечивающие бизнес-процессы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69725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4939-7FA4-DE66-528C-A46E38D9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68E1E-E001-AA68-004C-4411D7F1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бизнес-процессов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80FDE1-E680-C3C1-1E5B-C4202B6F5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905" y="1396037"/>
            <a:ext cx="7488189" cy="526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F3CD3-C117-71B6-3F12-D0B003A1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7B8A7-75A8-4329-BF01-06E6963A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Организационная модель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6204E2-6AA2-DEA7-A4BD-8D77EE11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8389"/>
            <a:ext cx="12192000" cy="348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801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160</Words>
  <Application>Microsoft Office PowerPoint</Application>
  <PresentationFormat>Широкоэкранный</PresentationFormat>
  <Paragraphs>48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Ozon (ООО «Интернет Решения»)</vt:lpstr>
      <vt:lpstr>Выделение процессов верхнего уровня</vt:lpstr>
      <vt:lpstr>Карта процессов верхнего уровня</vt:lpstr>
      <vt:lpstr>Дерево бизнес-процессов</vt:lpstr>
      <vt:lpstr>Организационная модель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8</cp:revision>
  <dcterms:created xsi:type="dcterms:W3CDTF">2026-05-03T10:32:27Z</dcterms:created>
  <dcterms:modified xsi:type="dcterms:W3CDTF">2026-05-08T13:59:27Z</dcterms:modified>
</cp:coreProperties>
</file>