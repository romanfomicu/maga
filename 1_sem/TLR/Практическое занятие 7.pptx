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2" r:id="rId3"/>
    <p:sldId id="266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1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9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3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0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1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8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1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1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3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T_r78r-TR5iQOQ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7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D8CA0-D56B-4E9C-8A47-3D2D92D1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«Провести Аудит сфер жизненных интересов по следующим критериям»: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845" y="2441875"/>
            <a:ext cx="9601196" cy="331893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ru-RU" b="1" dirty="0"/>
          </a:p>
          <a:p>
            <a:pPr marL="0" indent="0" algn="ctr">
              <a:buNone/>
            </a:pPr>
            <a:r>
              <a:rPr lang="ru-RU" sz="3500" b="1" dirty="0"/>
              <a:t>Карьера и бизнес</a:t>
            </a:r>
          </a:p>
          <a:p>
            <a:pPr marL="0" indent="0" algn="ctr">
              <a:buNone/>
            </a:pPr>
            <a:r>
              <a:rPr lang="ru-RU" sz="3500" b="1" dirty="0"/>
              <a:t>Деньги, недвижимость</a:t>
            </a:r>
          </a:p>
          <a:p>
            <a:pPr marL="0" indent="0" algn="ctr">
              <a:buNone/>
            </a:pPr>
            <a:r>
              <a:rPr lang="ru-RU" sz="3500" b="1" dirty="0"/>
              <a:t>Образование. Личностный рост</a:t>
            </a:r>
          </a:p>
          <a:p>
            <a:pPr marL="0" indent="0" algn="ctr">
              <a:buNone/>
            </a:pPr>
            <a:r>
              <a:rPr lang="ru-RU" sz="3500" b="1" dirty="0"/>
              <a:t>Здоровье, спорт</a:t>
            </a:r>
          </a:p>
          <a:p>
            <a:pPr marL="0" indent="0" algn="ctr">
              <a:buNone/>
            </a:pPr>
            <a:r>
              <a:rPr lang="ru-RU" sz="3500" b="1" dirty="0"/>
              <a:t>Духовность</a:t>
            </a:r>
          </a:p>
          <a:p>
            <a:pPr marL="0" indent="0" algn="ctr">
              <a:buNone/>
            </a:pPr>
            <a:r>
              <a:rPr lang="ru-RU" sz="3500" b="1" dirty="0"/>
              <a:t>Отдых, досуг</a:t>
            </a:r>
          </a:p>
          <a:p>
            <a:pPr marL="0" indent="0" algn="ctr">
              <a:buNone/>
            </a:pPr>
            <a:r>
              <a:rPr lang="ru-RU" sz="3500" b="1" dirty="0"/>
              <a:t>Путешествия, впечатления</a:t>
            </a:r>
          </a:p>
          <a:p>
            <a:pPr marL="0" indent="0" algn="ctr">
              <a:buNone/>
            </a:pPr>
            <a:r>
              <a:rPr lang="ru-RU" sz="3500" b="1" dirty="0"/>
              <a:t>Радость жизни, счастье</a:t>
            </a:r>
          </a:p>
          <a:p>
            <a:pPr marL="0" indent="0" algn="ctr">
              <a:buNone/>
            </a:pPr>
            <a:r>
              <a:rPr lang="ru-RU" sz="3500" b="1" dirty="0"/>
              <a:t>Творчество, самореализация</a:t>
            </a:r>
          </a:p>
          <a:p>
            <a:pPr marL="0" indent="0" algn="ctr">
              <a:buNone/>
            </a:pPr>
            <a:r>
              <a:rPr lang="ru-RU" sz="3500" b="1" dirty="0"/>
              <a:t>Любовь</a:t>
            </a:r>
          </a:p>
          <a:p>
            <a:pPr marL="0" indent="0" algn="ctr">
              <a:buNone/>
            </a:pPr>
            <a:r>
              <a:rPr lang="ru-RU" sz="3500" b="1" dirty="0"/>
              <a:t>Семья. Дети</a:t>
            </a:r>
          </a:p>
          <a:p>
            <a:pPr marL="0" indent="0" algn="ctr">
              <a:buNone/>
            </a:pPr>
            <a:r>
              <a:rPr lang="ru-RU" sz="3500" b="1" dirty="0"/>
              <a:t>Друзья. окружение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11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6A31B-4EBB-4DB8-8A28-6C2826AB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Задание «Провести Аудит сфер жизненных интересов по следующим критериям»: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3934F3-91C3-4C3E-8341-20066A76E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609" y="2610119"/>
            <a:ext cx="3367581" cy="3318936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Таблица для заполнения представлена по ссылке с примерами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E8FDE8-B099-41DE-AD70-BF93FF7F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10" y="2610119"/>
            <a:ext cx="5870138" cy="326574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5240B0-7E98-4B66-8CB6-197B592A4D07}"/>
              </a:ext>
            </a:extLst>
          </p:cNvPr>
          <p:cNvSpPr/>
          <p:nvPr/>
        </p:nvSpPr>
        <p:spPr>
          <a:xfrm>
            <a:off x="7469897" y="4434183"/>
            <a:ext cx="4046621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https://disk.yandex.ru/i/T_r78r-TR5iQOQ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1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352</TotalTime>
  <Words>133</Words>
  <Application>Microsoft Office PowerPoint</Application>
  <PresentationFormat>Широкоэкранный</PresentationFormat>
  <Paragraphs>24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Garamond</vt:lpstr>
      <vt:lpstr>Times New Roman</vt:lpstr>
      <vt:lpstr>Натуральные материалы</vt:lpstr>
      <vt:lpstr>Практическое занятие № 7</vt:lpstr>
      <vt:lpstr>Задание «Провести Аудит сфер жизненных интересов по следующим критериям»: </vt:lpstr>
      <vt:lpstr>Задание «Провести Аудит сфер жизненных интересов по следующим критериям»: 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 03.11.2025</dc:title>
  <dc:creator>shush</dc:creator>
  <cp:lastModifiedBy>shush</cp:lastModifiedBy>
  <cp:revision>10</cp:revision>
  <dcterms:created xsi:type="dcterms:W3CDTF">2025-10-28T13:44:26Z</dcterms:created>
  <dcterms:modified xsi:type="dcterms:W3CDTF">2025-12-10T08:35:22Z</dcterms:modified>
</cp:coreProperties>
</file>