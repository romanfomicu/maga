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6" r:id="rId3"/>
    <p:sldId id="262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1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9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3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0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1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8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1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1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3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8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845" y="2441875"/>
            <a:ext cx="9601196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ru-RU" dirty="0"/>
            </a:b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B2394A4-529A-4050-97A9-D15B6F3CE6EE}"/>
              </a:ext>
            </a:extLst>
          </p:cNvPr>
          <p:cNvSpPr txBox="1">
            <a:spLocks/>
          </p:cNvSpPr>
          <p:nvPr/>
        </p:nvSpPr>
        <p:spPr>
          <a:xfrm>
            <a:off x="1447802" y="11345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Задание 1. </a:t>
            </a:r>
            <a:r>
              <a:rPr lang="ru-RU" dirty="0" err="1"/>
              <a:t>Икигай</a:t>
            </a:r>
            <a:r>
              <a:rPr lang="ru-RU" dirty="0"/>
              <a:t> 2.0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3CFA311-989B-4654-8A17-67A3056DB8CB}"/>
              </a:ext>
            </a:extLst>
          </p:cNvPr>
          <p:cNvSpPr txBox="1">
            <a:spLocks/>
          </p:cNvSpPr>
          <p:nvPr/>
        </p:nvSpPr>
        <p:spPr>
          <a:xfrm>
            <a:off x="1387245" y="2594275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br>
              <a:rPr lang="ru-RU" dirty="0"/>
            </a:br>
            <a:endParaRPr lang="ru-RU" sz="3600" dirty="0"/>
          </a:p>
          <a:p>
            <a:pPr marL="0" indent="0" algn="ctr">
              <a:buFont typeface="Arial"/>
              <a:buNone/>
            </a:pPr>
            <a:r>
              <a:rPr lang="ru-RU" sz="6700" dirty="0"/>
              <a:t>На основании подготовленного </a:t>
            </a:r>
            <a:r>
              <a:rPr lang="ru-RU" sz="6700" dirty="0" err="1"/>
              <a:t>Икигай</a:t>
            </a:r>
            <a:r>
              <a:rPr lang="ru-RU" sz="6700" dirty="0"/>
              <a:t> на практическом занятии № 1 провести его актуализацию по итогам изученной дисциплины «Технологии личностного роста»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64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D8CA0-D56B-4E9C-8A47-3D2D92D1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2. ИТОГИ ГОДА 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845" y="2441875"/>
            <a:ext cx="9601196" cy="331893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br>
              <a:rPr lang="ru-RU" dirty="0"/>
            </a:br>
            <a:endParaRPr lang="ru-RU" sz="3600" dirty="0"/>
          </a:p>
          <a:p>
            <a:pPr lvl="0"/>
            <a:r>
              <a:rPr lang="ru-RU" sz="3600" dirty="0"/>
              <a:t>Самая полезная новая привычка, которая повлияла на мой образ жизни.</a:t>
            </a:r>
          </a:p>
          <a:p>
            <a:pPr lvl="0"/>
            <a:r>
              <a:rPr lang="ru-RU" sz="3600" dirty="0"/>
              <a:t>Что я хочу оставить в уходящем году?</a:t>
            </a:r>
          </a:p>
          <a:p>
            <a:pPr lvl="0"/>
            <a:r>
              <a:rPr lang="ru-RU" sz="3600" dirty="0"/>
              <a:t>Что из того, что я внедрила, хочу забрать в новый? </a:t>
            </a:r>
          </a:p>
          <a:p>
            <a:pPr lvl="0"/>
            <a:r>
              <a:rPr lang="ru-RU" sz="3600" dirty="0"/>
              <a:t>Мой лучший опыт этого года.</a:t>
            </a:r>
          </a:p>
          <a:p>
            <a:pPr lvl="0"/>
            <a:r>
              <a:rPr lang="ru-RU" sz="3600" dirty="0"/>
              <a:t>Мои самые яркие эмоции этого года.</a:t>
            </a:r>
          </a:p>
          <a:p>
            <a:pPr lvl="0"/>
            <a:r>
              <a:rPr lang="ru-RU" sz="3600" dirty="0"/>
              <a:t>В каких областях я вырос больше всего?</a:t>
            </a:r>
          </a:p>
          <a:p>
            <a:pPr lvl="0"/>
            <a:r>
              <a:rPr lang="ru-RU" sz="3600" dirty="0"/>
              <a:t>Какие области западали? </a:t>
            </a:r>
          </a:p>
          <a:p>
            <a:pPr lvl="0"/>
            <a:r>
              <a:rPr lang="ru-RU" sz="3600" dirty="0"/>
              <a:t>Что получилось — фиксация даже маленьких побед. Что не получилось и почему? </a:t>
            </a:r>
          </a:p>
          <a:p>
            <a:pPr lvl="0"/>
            <a:r>
              <a:rPr lang="ru-RU" sz="3600" dirty="0"/>
              <a:t>Какие уроки я извлекла? </a:t>
            </a:r>
          </a:p>
          <a:p>
            <a:pPr lvl="0"/>
            <a:r>
              <a:rPr lang="ru-RU" sz="3600" dirty="0"/>
              <a:t>Люди года: трое новых и важных людей, кто вдохновлял, кто был рядом и помогал, а кого хочу оставить в уходящем</a:t>
            </a:r>
          </a:p>
          <a:p>
            <a:pPr lvl="0"/>
            <a:r>
              <a:rPr lang="ru-RU" sz="3600" dirty="0"/>
              <a:t>Какие источники информации помогали мне расти и развиваться (образовательные подкасты, статьи, книги)? </a:t>
            </a:r>
          </a:p>
          <a:p>
            <a:pPr lvl="0"/>
            <a:r>
              <a:rPr lang="ru-RU" sz="3600" dirty="0"/>
              <a:t>Отвлекающие факторы и контент, которые не приносят пользы =&gt; удалить лишние аккаунты в </a:t>
            </a:r>
            <a:r>
              <a:rPr lang="ru-RU" sz="3600" dirty="0" err="1"/>
              <a:t>тг</a:t>
            </a:r>
            <a:r>
              <a:rPr lang="ru-RU" sz="3600" dirty="0"/>
              <a:t> и соцсетях.</a:t>
            </a:r>
          </a:p>
          <a:p>
            <a:pPr lvl="0"/>
            <a:r>
              <a:rPr lang="ru-RU" sz="3600" b="1" dirty="0"/>
              <a:t>15</a:t>
            </a:r>
            <a:r>
              <a:rPr lang="ru-RU" sz="3600" dirty="0"/>
              <a:t> вещей, за которые я больше всего благодарна в этом году.</a:t>
            </a:r>
          </a:p>
          <a:p>
            <a:pPr lvl="0"/>
            <a:r>
              <a:rPr lang="ru-RU" sz="3600" dirty="0"/>
              <a:t>Список людей, которых я хочу поблагодарить. </a:t>
            </a:r>
            <a:r>
              <a:rPr lang="ru-RU" sz="3600" i="1" dirty="0"/>
              <a:t> </a:t>
            </a:r>
          </a:p>
          <a:p>
            <a:pPr marL="0" lvl="0" indent="0" algn="ctr">
              <a:buNone/>
            </a:pPr>
            <a:r>
              <a:rPr lang="ru-RU" sz="8000" i="1" dirty="0"/>
              <a:t>Рекомендуется: выделить время для просмотра фотографий, воспоминаний ярких моментов года, удаления лишнего. </a:t>
            </a:r>
            <a:endParaRPr lang="ru-RU" sz="8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54E826-FFC9-4FB8-B14A-EF1EAB89CAD9}"/>
              </a:ext>
            </a:extLst>
          </p:cNvPr>
          <p:cNvSpPr/>
          <p:nvPr/>
        </p:nvSpPr>
        <p:spPr>
          <a:xfrm>
            <a:off x="6096000" y="2597161"/>
            <a:ext cx="46668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Рефлексия 2025 (на бумаге с ручкой):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11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380</TotalTime>
  <Words>272</Words>
  <Application>Microsoft Office PowerPoint</Application>
  <PresentationFormat>Широкоэкранный</PresentationFormat>
  <Paragraphs>28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Garamond</vt:lpstr>
      <vt:lpstr>Натуральные материалы</vt:lpstr>
      <vt:lpstr>Практическое занятие № 8</vt:lpstr>
      <vt:lpstr>Презентация PowerPoint</vt:lpstr>
      <vt:lpstr>Задание 2. ИТОГИ ГОДА  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 03.11.2025</dc:title>
  <dc:creator>shush</dc:creator>
  <cp:lastModifiedBy>shush</cp:lastModifiedBy>
  <cp:revision>12</cp:revision>
  <dcterms:created xsi:type="dcterms:W3CDTF">2025-10-28T13:44:26Z</dcterms:created>
  <dcterms:modified xsi:type="dcterms:W3CDTF">2025-12-10T09:04:51Z</dcterms:modified>
</cp:coreProperties>
</file>