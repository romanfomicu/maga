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59" r:id="rId5"/>
    <p:sldId id="263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34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51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293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81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86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27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75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15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326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45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1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892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5671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26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074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933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528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46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518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0FE95-7FD5-4A31-83B6-E7856606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22" y="442061"/>
            <a:ext cx="8534400" cy="1507067"/>
          </a:xfrm>
        </p:spPr>
        <p:txBody>
          <a:bodyPr/>
          <a:lstStyle/>
          <a:p>
            <a:r>
              <a:rPr lang="ru-RU" b="1" dirty="0"/>
              <a:t>Введение в курс дисциплины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391CC4-07DB-4DD0-82FA-3D94FA7B2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989" y="2278430"/>
            <a:ext cx="8534400" cy="36152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Оповещение по порядку и формату работы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Формирования запроса обучающихся</a:t>
            </a:r>
            <a:r>
              <a:rPr lang="ru-RU" dirty="0"/>
              <a:t>: проведение интервью </a:t>
            </a:r>
          </a:p>
          <a:p>
            <a:pPr marL="0" indent="0">
              <a:buNone/>
            </a:pPr>
            <a:r>
              <a:rPr lang="ru-RU" b="1" dirty="0"/>
              <a:t>Опрос - знакомство </a:t>
            </a:r>
            <a:br>
              <a:rPr lang="ru-RU" dirty="0"/>
            </a:br>
            <a:r>
              <a:rPr lang="ru-RU" dirty="0"/>
              <a:t>1) Что для Вас представляет личностный рост?</a:t>
            </a:r>
          </a:p>
          <a:p>
            <a:pPr marL="0" indent="0">
              <a:buNone/>
            </a:pPr>
            <a:r>
              <a:rPr lang="ru-RU" dirty="0"/>
              <a:t>2) Какие имеются актуальные задачи в области личностного роста? Личный кейс/ вопросы, которые интересно представить и разобрать с рефлексией </a:t>
            </a:r>
          </a:p>
          <a:p>
            <a:pPr marL="0" indent="0">
              <a:buNone/>
            </a:pPr>
            <a:r>
              <a:rPr lang="ru-RU" dirty="0"/>
              <a:t>3) Какие есть ожидания от изучаемой дисциплины? </a:t>
            </a:r>
          </a:p>
          <a:p>
            <a:pPr marL="0" indent="0">
              <a:buNone/>
            </a:pPr>
            <a:r>
              <a:rPr lang="ru-RU" dirty="0"/>
              <a:t>3) Какие выделяете текущие барьеры для личностного роста ?</a:t>
            </a:r>
          </a:p>
          <a:p>
            <a:pPr marL="0" indent="0">
              <a:buNone/>
            </a:pPr>
            <a:r>
              <a:rPr lang="ru-RU" dirty="0"/>
              <a:t>4) Имеете ли представление о рынке труда для освоения профессии после окончания университета? </a:t>
            </a:r>
          </a:p>
          <a:p>
            <a:pPr marL="0" indent="0">
              <a:buNone/>
            </a:pPr>
            <a:r>
              <a:rPr lang="ru-RU" dirty="0"/>
              <a:t>5) Имеете ли сформированную интересующую тематику для подготовки ВКР? </a:t>
            </a:r>
          </a:p>
          <a:p>
            <a:pPr marL="0" indent="0">
              <a:buNone/>
            </a:pPr>
            <a:r>
              <a:rPr lang="ru-RU" dirty="0"/>
              <a:t>6) Что является приоритетом при выборе места работы? 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493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448228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Практическая работа по технике ИКИГАЙ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3669D-79C2-47F6-8D80-AF1E8716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33" y="2302652"/>
            <a:ext cx="10603481" cy="361526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Первые упоминания термина «</a:t>
            </a:r>
            <a:r>
              <a:rPr lang="ru-RU" dirty="0" err="1"/>
              <a:t>икигай</a:t>
            </a:r>
            <a:r>
              <a:rPr lang="ru-RU" dirty="0"/>
              <a:t>» относятся к VIII веку нашей эры и встречаются в древних японских текстах. Существует гипотеза, что понятие «</a:t>
            </a:r>
            <a:r>
              <a:rPr lang="ru-RU" dirty="0" err="1"/>
              <a:t>икигай</a:t>
            </a:r>
            <a:r>
              <a:rPr lang="ru-RU" dirty="0"/>
              <a:t>» появилось ещё в эпоху </a:t>
            </a:r>
            <a:r>
              <a:rPr lang="ru-RU" dirty="0" err="1"/>
              <a:t>Хэйан</a:t>
            </a:r>
            <a:r>
              <a:rPr lang="ru-RU" dirty="0"/>
              <a:t> (794–1185 гг.) Слово «</a:t>
            </a:r>
            <a:r>
              <a:rPr lang="ru-RU" dirty="0" err="1"/>
              <a:t>икигай</a:t>
            </a:r>
            <a:r>
              <a:rPr lang="ru-RU" dirty="0"/>
              <a:t>» пришло в Россию из Японии, дословно его можно перевести как «причина жить». Для японцев </a:t>
            </a:r>
            <a:r>
              <a:rPr lang="ru-RU" dirty="0" err="1"/>
              <a:t>икигай</a:t>
            </a:r>
            <a:r>
              <a:rPr lang="ru-RU" dirty="0"/>
              <a:t> — это философия жизни, а в России его больше рассматривают как </a:t>
            </a:r>
            <a:r>
              <a:rPr lang="ru-RU" dirty="0" err="1"/>
              <a:t>коучинговую</a:t>
            </a:r>
            <a:r>
              <a:rPr lang="ru-RU" dirty="0"/>
              <a:t> технику по поиску смысла жизни.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>
                <a:solidFill>
                  <a:schemeClr val="tx1"/>
                </a:solidFill>
              </a:rPr>
              <a:t>Чтобы найти свой </a:t>
            </a:r>
            <a:r>
              <a:rPr lang="ru-RU" dirty="0" err="1">
                <a:solidFill>
                  <a:schemeClr val="tx1"/>
                </a:solidFill>
              </a:rPr>
              <a:t>икигай</a:t>
            </a:r>
            <a:r>
              <a:rPr lang="ru-RU" dirty="0">
                <a:solidFill>
                  <a:schemeClr val="tx1"/>
                </a:solidFill>
              </a:rPr>
              <a:t>, нужно ответить на 4 вопроса: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</a:rPr>
              <a:t>Что мне нравится?</a:t>
            </a:r>
            <a:endParaRPr lang="ru-RU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</a:rPr>
              <a:t>Чем я могу быть полезен обществу?</a:t>
            </a:r>
            <a:endParaRPr lang="ru-RU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</a:rPr>
              <a:t>Что принесет мне деньги?</a:t>
            </a:r>
            <a:endParaRPr lang="ru-RU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</a:rPr>
              <a:t>Что у меня получается?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200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448228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Практическая работа по технике ИКИГАЙ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3669D-79C2-47F6-8D80-AF1E8716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22" y="1653186"/>
            <a:ext cx="10427867" cy="498535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Хитрость в том, что нужно найти общий ответ для всех вопросов. То есть найти в жизни то, что вам нравится, получается (уже умеете или можете научиться), приносит доход вам и пользу окружающим. Кажется, что это известная формула «хочу, могу и надо», но японцы пошли дальше и рассказали, что будет при совпадении части пунктов:</a:t>
            </a:r>
          </a:p>
          <a:p>
            <a:pPr marL="0" indent="0" algn="ctr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</a:rPr>
              <a:t>Нравится + получается + приносит деньги = удовлетворенность собой и жизнью, но иногда хочется большей </a:t>
            </a:r>
            <a:r>
              <a:rPr lang="ru-RU" b="1" dirty="0" err="1">
                <a:solidFill>
                  <a:schemeClr val="tx1"/>
                </a:solidFill>
              </a:rPr>
              <a:t>реализованности</a:t>
            </a:r>
            <a:r>
              <a:rPr lang="ru-RU" b="1" dirty="0">
                <a:solidFill>
                  <a:schemeClr val="tx1"/>
                </a:solidFill>
              </a:rPr>
              <a:t>, осмысленности жизни и ее наполненности.</a:t>
            </a: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</a:rPr>
              <a:t>Получается + приносит деньги + полезно для общества = комфортная жизнь, но иногда на человека нападает тоска. «Вроде бы, все хорошо, но чего-то не хватает».</a:t>
            </a: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</a:rPr>
              <a:t>Нравится + получается + полезно для общества = гордость за себя, ощущение наполненности жизнью, но мучают финансовые проблемы.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А так обычно выглядят в жизни сочетания только двух элементов: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Получается + приносит доход = работа.</a:t>
            </a:r>
            <a:endParaRPr lang="en-US" b="1" dirty="0"/>
          </a:p>
          <a:p>
            <a:pPr marL="0" indent="0">
              <a:buNone/>
            </a:pPr>
            <a:r>
              <a:rPr lang="ru-RU" b="1" dirty="0"/>
              <a:t>Получается + нравится = страсть.</a:t>
            </a:r>
            <a:endParaRPr lang="en-US" b="1" dirty="0"/>
          </a:p>
          <a:p>
            <a:pPr marL="0" indent="0">
              <a:buNone/>
            </a:pPr>
            <a:r>
              <a:rPr lang="ru-RU" b="1" dirty="0"/>
              <a:t>Нравится + приносит пользу обществу = миссия.</a:t>
            </a:r>
            <a:endParaRPr lang="en-US" b="1" dirty="0"/>
          </a:p>
          <a:p>
            <a:pPr marL="0" indent="0">
              <a:buNone/>
            </a:pPr>
            <a:r>
              <a:rPr lang="ru-RU" b="1" dirty="0"/>
              <a:t>Полезно для общества + приносит деньги = призвание.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Важно, чтобы совпали все 4 элемента: нравится, получается, полезно для общества, оплачивается. На первый взгляд это просто, однако на самом деле сложнее. Поэтому в жизни встречается так много успешных, но несчастных специалистов. Хорошая новость в том, что каждый человек может найти свой </a:t>
            </a:r>
            <a:r>
              <a:rPr lang="ru-RU" dirty="0" err="1">
                <a:solidFill>
                  <a:schemeClr val="tx1"/>
                </a:solidFill>
              </a:rPr>
              <a:t>икигай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790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9DF2B-BF79-4608-9813-B098B1BA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45" y="506630"/>
            <a:ext cx="8534400" cy="1507067"/>
          </a:xfrm>
        </p:spPr>
        <p:txBody>
          <a:bodyPr/>
          <a:lstStyle/>
          <a:p>
            <a:r>
              <a:rPr lang="ru-RU" b="1" dirty="0"/>
              <a:t>Принципы </a:t>
            </a:r>
            <a:r>
              <a:rPr lang="ru-RU" b="1" dirty="0" err="1"/>
              <a:t>икигай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C7931-83F0-4611-AD60-4FE537B13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73" y="1635020"/>
            <a:ext cx="10567716" cy="431212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err="1"/>
              <a:t>Эктор</a:t>
            </a:r>
            <a:r>
              <a:rPr lang="ru-RU" dirty="0"/>
              <a:t> Гарсия (</a:t>
            </a:r>
            <a:r>
              <a:rPr lang="ru-RU" dirty="0" err="1"/>
              <a:t>Кирай</a:t>
            </a:r>
            <a:r>
              <a:rPr lang="ru-RU" dirty="0"/>
              <a:t>) и </a:t>
            </a:r>
            <a:r>
              <a:rPr lang="ru-RU" dirty="0" err="1"/>
              <a:t>Франсеск</a:t>
            </a:r>
            <a:r>
              <a:rPr lang="ru-RU" dirty="0"/>
              <a:t> </a:t>
            </a:r>
            <a:r>
              <a:rPr lang="ru-RU" dirty="0" err="1"/>
              <a:t>Миральес</a:t>
            </a:r>
            <a:r>
              <a:rPr lang="ru-RU" dirty="0"/>
              <a:t>, которые общались с жителями Окинавы, составили такой список:</a:t>
            </a:r>
          </a:p>
          <a:p>
            <a:r>
              <a:rPr lang="ru-RU" b="1" dirty="0"/>
              <a:t>Оставайтесь активными</a:t>
            </a:r>
            <a:r>
              <a:rPr lang="ru-RU" dirty="0"/>
              <a:t>. Человек, отказывающийся от любимого дела, может утратить смысл жизни. Поэтому жители Окинавы уверены: даже после выхода на пенсию важно продолжать заниматься тем, что приносит радость и совершенствовать свои навыки.</a:t>
            </a:r>
          </a:p>
          <a:p>
            <a:r>
              <a:rPr lang="ru-RU" b="1" dirty="0"/>
              <a:t>Воспринимайте всё спокойно</a:t>
            </a:r>
            <a:r>
              <a:rPr lang="ru-RU" dirty="0"/>
              <a:t>. Спешка и стресс снижают качество жизни. Если отказаться от постоянной гонки, можно увидеть жизнь с новой, яркой стороны.</a:t>
            </a:r>
          </a:p>
          <a:p>
            <a:r>
              <a:rPr lang="ru-RU" b="1" dirty="0"/>
              <a:t>Не переедайте. </a:t>
            </a:r>
            <a:r>
              <a:rPr lang="ru-RU" dirty="0"/>
              <a:t>Переедание ведёт к развитию различных заболеваний. Поэтому в еде важна умеренность и сбалансированный рацион.</a:t>
            </a:r>
          </a:p>
          <a:p>
            <a:r>
              <a:rPr lang="ru-RU" b="1" dirty="0"/>
              <a:t>Окружите себя друзьями</a:t>
            </a:r>
            <a:r>
              <a:rPr lang="ru-RU" dirty="0"/>
              <a:t>. Общение с друзьями и другие социальные связи дают чувство безопасности, общности, что позитивно влияет на состояние здоровья. Об этом же говорят и исследования.</a:t>
            </a:r>
          </a:p>
          <a:p>
            <a:r>
              <a:rPr lang="ru-RU" b="1" dirty="0"/>
              <a:t>Улучшите свою физическую форму. </a:t>
            </a:r>
            <a:r>
              <a:rPr lang="ru-RU" dirty="0"/>
              <a:t>Организму необходимы ежедневные физические упражнения, чтобы поддерживать здоровье и бодрость на долгое время. К тому же во время занятий спортом вырабатываются эндорфины — так называемые гормоны счастья. Эти вещества оказывают успокаивающее и обезболивающее воздействие, тем самым снижая стресс и риск сердечно-сосудистых заболеваний.</a:t>
            </a:r>
          </a:p>
          <a:p>
            <a:r>
              <a:rPr lang="ru-RU" b="1" dirty="0"/>
              <a:t>Улыбайтесь</a:t>
            </a:r>
            <a:r>
              <a:rPr lang="ru-RU" dirty="0"/>
              <a:t>. Это не только красиво, но и полезно для здоровья. Улыбка тоже вызывает выработку эндорфинов.</a:t>
            </a:r>
          </a:p>
          <a:p>
            <a:r>
              <a:rPr lang="ru-RU" b="1" dirty="0"/>
              <a:t>Проводите время на природе.</a:t>
            </a:r>
            <a:r>
              <a:rPr lang="ru-RU" dirty="0"/>
              <a:t> Любование природой приносит не только эстетическое удовольствие — это отличное упражнение для замедления, дистанцирования от быстрого темпа жизни. Такая практика помогает перезагрузить мозг, находящийся в напряжении.</a:t>
            </a:r>
          </a:p>
          <a:p>
            <a:r>
              <a:rPr lang="ru-RU" b="1" dirty="0"/>
              <a:t>Благодарите.</a:t>
            </a:r>
            <a:r>
              <a:rPr lang="ru-RU" dirty="0"/>
              <a:t> Практика благодарности — один из популярнейших практик в психотерапии. Она помогает снизить тревогу и улучшить сон. Благодаря написанию благодарностей человек учится понимать свои эмоции и слышать чувства, что ведёт к формированию осознанности.</a:t>
            </a:r>
          </a:p>
          <a:p>
            <a:r>
              <a:rPr lang="ru-RU" b="1" dirty="0"/>
              <a:t>Живите настоящим. </a:t>
            </a:r>
            <a:r>
              <a:rPr lang="ru-RU" dirty="0"/>
              <a:t>Не жалейте о прошлом и не бойтесь будущего, концентрируйтесь на сегодняшнем дне. Умение быть в моменте переводит фокус внимания на себя, свои ощущения и чувства, выводя из режима «автопилота», свойственного современному человеку.</a:t>
            </a:r>
          </a:p>
          <a:p>
            <a:r>
              <a:rPr lang="ru-RU" b="1" dirty="0"/>
              <a:t>Следуйте своему </a:t>
            </a:r>
            <a:r>
              <a:rPr lang="ru-RU" b="1" dirty="0" err="1"/>
              <a:t>икигай</a:t>
            </a:r>
            <a:r>
              <a:rPr lang="ru-RU" b="1" dirty="0"/>
              <a:t>. </a:t>
            </a:r>
            <a:r>
              <a:rPr lang="ru-RU" dirty="0"/>
              <a:t>Следование своему </a:t>
            </a:r>
            <a:r>
              <a:rPr lang="ru-RU" dirty="0" err="1"/>
              <a:t>икигай</a:t>
            </a:r>
            <a:r>
              <a:rPr lang="ru-RU" dirty="0"/>
              <a:t> делает человека счастливее. Найденный смысл будет придавать сил и мотивации двигаться в выбранном направлении.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95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448228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Практическая работа по технике ИКИГАЙ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3669D-79C2-47F6-8D80-AF1E8716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22" y="1653186"/>
            <a:ext cx="10427867" cy="49853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B2E89CE-DF34-44BB-A5B3-553A6FB24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43" y="1734937"/>
            <a:ext cx="5474288" cy="439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6796A82-AC59-4590-BEDF-434AE95476B6}"/>
              </a:ext>
            </a:extLst>
          </p:cNvPr>
          <p:cNvSpPr/>
          <p:nvPr/>
        </p:nvSpPr>
        <p:spPr>
          <a:xfrm>
            <a:off x="6891267" y="1955295"/>
            <a:ext cx="37969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Провести самостоятельно работу по технике </a:t>
            </a:r>
            <a:r>
              <a:rPr lang="ru-RU" dirty="0" err="1"/>
              <a:t>Икигай</a:t>
            </a:r>
            <a:r>
              <a:rPr lang="ru-RU" dirty="0"/>
              <a:t>, представив в табличной форме отчеты на 4 вопроса:</a:t>
            </a:r>
            <a:br>
              <a:rPr lang="ru-RU" dirty="0"/>
            </a:br>
            <a:r>
              <a:rPr lang="ru-RU" dirty="0"/>
              <a:t>-что я могу делать хорошо</a:t>
            </a:r>
          </a:p>
          <a:p>
            <a:r>
              <a:rPr lang="ru-RU" dirty="0"/>
              <a:t>-что я люблю делать</a:t>
            </a:r>
          </a:p>
          <a:p>
            <a:r>
              <a:rPr lang="ru-RU" dirty="0"/>
              <a:t>-как я могу принести пользу</a:t>
            </a:r>
          </a:p>
          <a:p>
            <a:r>
              <a:rPr lang="ru-RU" dirty="0"/>
              <a:t>-как я могу зарабатывать деньги </a:t>
            </a:r>
          </a:p>
        </p:txBody>
      </p:sp>
    </p:spTree>
    <p:extLst>
      <p:ext uri="{BB962C8B-B14F-4D97-AF65-F5344CB8AC3E}">
        <p14:creationId xmlns:p14="http://schemas.microsoft.com/office/powerpoint/2010/main" val="222079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</TotalTime>
  <Words>921</Words>
  <Application>Microsoft Office PowerPoint</Application>
  <PresentationFormat>Широкоэкранный</PresentationFormat>
  <Paragraphs>57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Сектор</vt:lpstr>
      <vt:lpstr>Практическое занятие № 1</vt:lpstr>
      <vt:lpstr>Введение в курс дисциплины  </vt:lpstr>
      <vt:lpstr>Практическая работа по технике ИКИГАЙ </vt:lpstr>
      <vt:lpstr>Практическая работа по технике ИКИГАЙ </vt:lpstr>
      <vt:lpstr>Принципы икигай </vt:lpstr>
      <vt:lpstr>Практическая работа по технике ИКИГАЙ 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№ 1</dc:title>
  <dc:creator>shush</dc:creator>
  <cp:lastModifiedBy>shush</cp:lastModifiedBy>
  <cp:revision>2</cp:revision>
  <dcterms:created xsi:type="dcterms:W3CDTF">2025-12-10T07:31:36Z</dcterms:created>
  <dcterms:modified xsi:type="dcterms:W3CDTF">2025-12-10T07:45:58Z</dcterms:modified>
</cp:coreProperties>
</file>