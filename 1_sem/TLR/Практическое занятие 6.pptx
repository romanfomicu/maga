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2" r:id="rId3"/>
    <p:sldId id="266" r:id="rId4"/>
    <p:sldId id="265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4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31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91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89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09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35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2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0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30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19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98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513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13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18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30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2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4D8CA0-D56B-4E9C-8A47-3D2D92D1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F25DD-E66F-48A8-A2BA-EDA8A54B0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Написание эссе «Я-целостная личность. Это какая личность»</a:t>
            </a:r>
          </a:p>
          <a:p>
            <a:pPr marL="0" indent="0">
              <a:buNone/>
            </a:pPr>
            <a:r>
              <a:rPr lang="ru-RU" dirty="0"/>
              <a:t>Назначение работы: </a:t>
            </a:r>
          </a:p>
          <a:p>
            <a:pPr marL="0" indent="0">
              <a:buNone/>
            </a:pPr>
            <a:r>
              <a:rPr lang="ru-RU" dirty="0"/>
              <a:t>1.Развитие навыков анализа и аргументации.​</a:t>
            </a:r>
          </a:p>
          <a:p>
            <a:pPr marL="0" indent="0">
              <a:buNone/>
            </a:pPr>
            <a:r>
              <a:rPr lang="ru-RU" dirty="0"/>
              <a:t>2.Умение формулировать и отстаивать собственную позицию.​</a:t>
            </a:r>
          </a:p>
          <a:p>
            <a:pPr marL="0" indent="0">
              <a:buNone/>
            </a:pPr>
            <a:r>
              <a:rPr lang="ru-RU" dirty="0"/>
              <a:t>3.Практика письменной речи и осмысления материал</a:t>
            </a:r>
          </a:p>
        </p:txBody>
      </p:sp>
    </p:spTree>
    <p:extLst>
      <p:ext uri="{BB962C8B-B14F-4D97-AF65-F5344CB8AC3E}">
        <p14:creationId xmlns:p14="http://schemas.microsoft.com/office/powerpoint/2010/main" val="201111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6A31B-4EBB-4DB8-8A28-6C2826ABB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3934F3-91C3-4C3E-8341-20066A76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Эссе поможет глубже понять тему, научиться структурировать мысли и подкреплять их примерами или доказательствами.​</a:t>
            </a:r>
          </a:p>
          <a:p>
            <a:pPr marL="0" indent="0" algn="ctr">
              <a:buNone/>
            </a:pPr>
            <a:r>
              <a:rPr lang="ru-RU" b="1" dirty="0"/>
              <a:t>После написания эссе </a:t>
            </a:r>
            <a:r>
              <a:rPr lang="ru-RU" dirty="0"/>
              <a:t>- обсуждение результатов работ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081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348</TotalTime>
  <Words>120</Words>
  <Application>Microsoft Office PowerPoint</Application>
  <PresentationFormat>Широкоэкранный</PresentationFormat>
  <Paragraphs>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Garamond</vt:lpstr>
      <vt:lpstr>Натуральные материалы</vt:lpstr>
      <vt:lpstr>Практическое занятие № 6</vt:lpstr>
      <vt:lpstr>Задание </vt:lpstr>
      <vt:lpstr>Задание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 03.11.2025</dc:title>
  <dc:creator>shush</dc:creator>
  <cp:lastModifiedBy>shush</cp:lastModifiedBy>
  <cp:revision>9</cp:revision>
  <dcterms:created xsi:type="dcterms:W3CDTF">2025-10-28T13:44:26Z</dcterms:created>
  <dcterms:modified xsi:type="dcterms:W3CDTF">2025-12-10T08:29:07Z</dcterms:modified>
</cp:coreProperties>
</file>