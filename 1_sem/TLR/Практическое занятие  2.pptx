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61" r:id="rId4"/>
    <p:sldId id="264" r:id="rId5"/>
    <p:sldId id="259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2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38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72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53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22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31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58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5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0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33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2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0FE95-7FD5-4A31-83B6-E7856606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68" y="1138458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Что такое SWOT-анализ личности и для чего он нужен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391CC4-07DB-4DD0-82FA-3D94FA7B2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68" y="1937802"/>
            <a:ext cx="10894151" cy="405884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SWOT-анализ собственной личности — это отличный инструмент саморазвития и планирования. Напоследок расскажем о том, как работать с результатами анализа в современных планировщиках, например, в </a:t>
            </a:r>
            <a:r>
              <a:rPr lang="ru-RU" dirty="0" err="1">
                <a:solidFill>
                  <a:schemeClr val="accent6">
                    <a:lumMod val="75000"/>
                  </a:schemeClr>
                </a:solidFill>
              </a:rPr>
              <a:t>SingularityApp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ru-RU" dirty="0"/>
              <a:t>SWOT-анализ личности человека — это выявление его сильных и слабых сторон, возможностей и угроз.</a:t>
            </a:r>
          </a:p>
          <a:p>
            <a:r>
              <a:rPr lang="ru-RU" dirty="0" err="1"/>
              <a:t>Strengths</a:t>
            </a:r>
            <a:r>
              <a:rPr lang="ru-RU" dirty="0"/>
              <a:t> — сильные стороны. Качества человека, которые помогают ему в достижении целей. Например, сильной стороной могут быть полезные профессиональные навыки и высокая продуктивность.</a:t>
            </a:r>
          </a:p>
          <a:p>
            <a:r>
              <a:rPr lang="ru-RU" dirty="0" err="1"/>
              <a:t>Weaknesses</a:t>
            </a:r>
            <a:r>
              <a:rPr lang="ru-RU" dirty="0"/>
              <a:t> — слабые стороны. Качества, которые мешают достижению целей. Слабой стороной может быть, например, низкая коммуникабельность или склонность к перфекционизму.</a:t>
            </a:r>
          </a:p>
          <a:p>
            <a:r>
              <a:rPr lang="ru-RU" dirty="0" err="1"/>
              <a:t>Opportunities</a:t>
            </a:r>
            <a:r>
              <a:rPr lang="ru-RU" dirty="0"/>
              <a:t> — возможности. Внешние обстоятельства, которые могут быть полезны. Например, если спрос на вашу профессию растет, то это ваша возможность достичь успеха.</a:t>
            </a:r>
          </a:p>
          <a:p>
            <a:r>
              <a:rPr lang="ru-RU" dirty="0" err="1"/>
              <a:t>Threats</a:t>
            </a:r>
            <a:r>
              <a:rPr lang="ru-RU" dirty="0"/>
              <a:t> — угрозы. Внешние обстоятельства, которые могут помешать. К угрозам, например, относится снижение спроса на ваши услуги или высокая конкуренция.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493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817622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SWOT-анализ личности человека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3669D-79C2-47F6-8D80-AF1E8716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33" y="2024094"/>
            <a:ext cx="10603481" cy="3615267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Этап 1. Формулировка цели 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dirty="0"/>
              <a:t>Прежде чем выполнять SWOT-анализ себя или другого человека, обязательно сформулируйте цель. Подумайте: для чего вы проводите анализ?</a:t>
            </a:r>
          </a:p>
          <a:p>
            <a:r>
              <a:rPr lang="ru-RU" dirty="0"/>
              <a:t>Цели могут быть любыми. Вот некоторые популярные варианты:</a:t>
            </a:r>
          </a:p>
          <a:p>
            <a:r>
              <a:rPr lang="ru-RU" dirty="0"/>
              <a:t>-Достичь успеха в жизни</a:t>
            </a:r>
          </a:p>
          <a:p>
            <a:r>
              <a:rPr lang="ru-RU" dirty="0"/>
              <a:t>-Достичь успеха в профессии</a:t>
            </a:r>
          </a:p>
          <a:p>
            <a:r>
              <a:rPr lang="ru-RU" dirty="0"/>
              <a:t>-Успешно завершить проект (например, написать книгу)</a:t>
            </a:r>
          </a:p>
          <a:p>
            <a:r>
              <a:rPr lang="ru-RU" dirty="0"/>
              <a:t>-Повысить личную эффективность</a:t>
            </a:r>
          </a:p>
          <a:p>
            <a:r>
              <a:rPr lang="ru-RU" dirty="0"/>
              <a:t>-Улучшить отношения в семье и т.д.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200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817622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SWOT-анализ личности человека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3669D-79C2-47F6-8D80-AF1E8716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47" y="2041534"/>
            <a:ext cx="4159320" cy="3615267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Этап № 2. Ответить на вопросы 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dirty="0"/>
              <a:t>Заполнить квадрант</a:t>
            </a:r>
          </a:p>
          <a:p>
            <a:r>
              <a:rPr lang="ru-RU" dirty="0"/>
              <a:t>(в таблице приведены опорные вопросы для проведения </a:t>
            </a:r>
            <a:r>
              <a:rPr lang="ru-RU" b="1" dirty="0"/>
              <a:t>SWOT</a:t>
            </a:r>
            <a:r>
              <a:rPr lang="en-US" b="1" dirty="0"/>
              <a:t> </a:t>
            </a:r>
            <a:r>
              <a:rPr lang="ru-RU" b="1" dirty="0"/>
              <a:t> анализа личности)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57E253A-632C-4205-854B-AB8BE6B9B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457136"/>
              </p:ext>
            </p:extLst>
          </p:nvPr>
        </p:nvGraphicFramePr>
        <p:xfrm>
          <a:off x="4763688" y="1873716"/>
          <a:ext cx="6080616" cy="41666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9983">
                  <a:extLst>
                    <a:ext uri="{9D8B030D-6E8A-4147-A177-3AD203B41FA5}">
                      <a16:colId xmlns:a16="http://schemas.microsoft.com/office/drawing/2014/main" val="2609984905"/>
                    </a:ext>
                  </a:extLst>
                </a:gridCol>
                <a:gridCol w="3040633">
                  <a:extLst>
                    <a:ext uri="{9D8B030D-6E8A-4147-A177-3AD203B41FA5}">
                      <a16:colId xmlns:a16="http://schemas.microsoft.com/office/drawing/2014/main" val="3651029432"/>
                    </a:ext>
                  </a:extLst>
                </a:gridCol>
              </a:tblGrid>
              <a:tr h="201295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Сильные стороны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Какие ваши личные качества и привычки полезны для достижения цели?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Какие знания и навыки у вас уже есть?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Что получается у вас лучше всего?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Что вам больше всего нравится делать?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Какими ресурсами вы располагаете?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7" marR="4667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Слабые стороны 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Каких личных качеств вам не хватает?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Какие ваши личные качества и привычки могут помешать?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Каких знаний и навыков вам не хватает?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Что получается у вас хуже всего?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Что вам меньше всего нравится делать?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Каких ресурсов у вас нет?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7" marR="4667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876561"/>
                  </a:ext>
                </a:extLst>
              </a:tr>
              <a:tr h="201877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Возможности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Какие внешние условия нужны для достижения цели? Какие условия есть? 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Какими обстоятельствами и событиями вы могли бы воспользоваться?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 благоприятные изменения наблюдаются в вашей области?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Есть ли у вас союзники и единомышленники?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7" marR="4667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Угрозы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Каких внешних условий не хватает?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Какие обстоятельства и события могут вам помешать?</a:t>
                      </a:r>
                      <a:b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Как неблагоприятные изменения наблюдаются в вашей области?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Есть ли у вас враги или конкуренты?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77" marR="4667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317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38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448228"/>
            <a:ext cx="8534400" cy="1507067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 descr="https://s29805.cdn.ngenix.net/singularity/upload/blogpicks/articles/swot-analiz-lichnosti/swot-analiz-lichnosti-04.jpg">
            <a:extLst>
              <a:ext uri="{FF2B5EF4-FFF2-40B4-BE49-F238E27FC236}">
                <a16:creationId xmlns:a16="http://schemas.microsoft.com/office/drawing/2014/main" id="{7B23D267-522B-4519-B80F-FF98D3A5481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33" y="1955295"/>
            <a:ext cx="4668964" cy="2947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https://s29805.cdn.ngenix.net/singularity/upload/blogpicks/articles/swot-analiz-lichnosti/swot-analiz-lichnosti-03.jpg">
            <a:extLst>
              <a:ext uri="{FF2B5EF4-FFF2-40B4-BE49-F238E27FC236}">
                <a16:creationId xmlns:a16="http://schemas.microsoft.com/office/drawing/2014/main" id="{42068F1F-96C5-443F-824B-56B24118626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716" y="2032116"/>
            <a:ext cx="4668964" cy="2870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90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9DF2B-BF79-4608-9813-B098B1BA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45" y="506630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 работать с результатами 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C7931-83F0-4611-AD60-4FE537B13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142" y="1846967"/>
            <a:ext cx="10567716" cy="4312121"/>
          </a:xfrm>
        </p:spPr>
        <p:txBody>
          <a:bodyPr>
            <a:normAutofit/>
          </a:bodyPr>
          <a:lstStyle/>
          <a:p>
            <a:r>
              <a:rPr lang="ru-RU" dirty="0"/>
              <a:t>Создайте в планировщике отдельный проект «SWOT». Добавьте в него четыре </a:t>
            </a:r>
            <a:r>
              <a:rPr lang="ru-RU" dirty="0" err="1"/>
              <a:t>подпроекта</a:t>
            </a:r>
            <a:r>
              <a:rPr lang="ru-RU" dirty="0"/>
              <a:t> для каждого квадрата матрицы.</a:t>
            </a:r>
          </a:p>
          <a:p>
            <a:r>
              <a:rPr lang="ru-RU" dirty="0"/>
              <a:t>Скопируйте результаты из матрицы и перенесите их в соответствующие </a:t>
            </a:r>
            <a:r>
              <a:rPr lang="ru-RU" dirty="0" err="1"/>
              <a:t>подпроекты</a:t>
            </a:r>
            <a:r>
              <a:rPr lang="ru-RU" dirty="0"/>
              <a:t> (в виде обычных задач).</a:t>
            </a:r>
          </a:p>
          <a:p>
            <a:r>
              <a:rPr lang="ru-RU" dirty="0"/>
              <a:t>Все пункты SWOT-анализа нужно постепенно преобразовать в конкретные задачи для выполнения.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Подумайте:</a:t>
            </a:r>
          </a:p>
          <a:p>
            <a:r>
              <a:rPr lang="ru-RU" dirty="0"/>
              <a:t>Как исправить или компенсировать свои слабые стороны?</a:t>
            </a:r>
          </a:p>
          <a:p>
            <a:r>
              <a:rPr lang="ru-RU" dirty="0"/>
              <a:t>Как лучше использовать сильные стороны и возможности?</a:t>
            </a:r>
          </a:p>
          <a:p>
            <a:r>
              <a:rPr lang="ru-RU" dirty="0"/>
              <a:t>Как избежать угроз?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958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601</Words>
  <Application>Microsoft Office PowerPoint</Application>
  <PresentationFormat>Широкоэкранный</PresentationFormat>
  <Paragraphs>81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 New Roman</vt:lpstr>
      <vt:lpstr>Ретро</vt:lpstr>
      <vt:lpstr>Практическое занятие № 2</vt:lpstr>
      <vt:lpstr>Что такое SWOT-анализ личности и для чего он нужен  </vt:lpstr>
      <vt:lpstr>SWOT-анализ личности человека  </vt:lpstr>
      <vt:lpstr>SWOT-анализ личности человека  </vt:lpstr>
      <vt:lpstr>Примеры </vt:lpstr>
      <vt:lpstr>Как работать с результатами   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 1</dc:title>
  <dc:creator>shush</dc:creator>
  <cp:lastModifiedBy>shush</cp:lastModifiedBy>
  <cp:revision>4</cp:revision>
  <dcterms:created xsi:type="dcterms:W3CDTF">2025-12-10T07:31:36Z</dcterms:created>
  <dcterms:modified xsi:type="dcterms:W3CDTF">2025-12-10T07:56:57Z</dcterms:modified>
</cp:coreProperties>
</file>