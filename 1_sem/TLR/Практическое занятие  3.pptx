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61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4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1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13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07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60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10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46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55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4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36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94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37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04C4BF-EBC4-4AE6-9377-21D261A3978C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33116F-D505-42EA-9723-B0D0BBD3BA3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63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0FE95-7FD5-4A31-83B6-E7856606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81" y="1562352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Пирамида планирования Франклина: структура и основные ступени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10" name="Рисунок 9" descr="C:\Users\shush\AppData\Local\Microsoft\Windows\INetCache\Content.MSO\24A4534F.tmp">
            <a:extLst>
              <a:ext uri="{FF2B5EF4-FFF2-40B4-BE49-F238E27FC236}">
                <a16:creationId xmlns:a16="http://schemas.microsoft.com/office/drawing/2014/main" id="{CC005C82-85FF-4797-B54C-8290D2CB1E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6" y="2082724"/>
            <a:ext cx="5118414" cy="341171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B45DC-7FB2-41C5-8BEB-3381AFE7D990}"/>
              </a:ext>
            </a:extLst>
          </p:cNvPr>
          <p:cNvSpPr txBox="1"/>
          <p:nvPr/>
        </p:nvSpPr>
        <p:spPr>
          <a:xfrm>
            <a:off x="6096000" y="2206883"/>
            <a:ext cx="567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Подготовить план по структуре пирамиды Франклина</a:t>
            </a:r>
            <a:br>
              <a:rPr lang="ru-RU" dirty="0"/>
            </a:br>
            <a:br>
              <a:rPr lang="ru-RU" dirty="0"/>
            </a:br>
            <a:r>
              <a:rPr lang="ru-RU" i="1" dirty="0"/>
              <a:t>вся теория целеполагания представление лекции № 2</a:t>
            </a:r>
          </a:p>
        </p:txBody>
      </p:sp>
    </p:spTree>
    <p:extLst>
      <p:ext uri="{BB962C8B-B14F-4D97-AF65-F5344CB8AC3E}">
        <p14:creationId xmlns:p14="http://schemas.microsoft.com/office/powerpoint/2010/main" val="315493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817622"/>
            <a:ext cx="8534400" cy="1507067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3669D-79C2-47F6-8D80-AF1E8716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547" y="1878759"/>
            <a:ext cx="9525578" cy="3615267"/>
          </a:xfrm>
        </p:spPr>
        <p:txBody>
          <a:bodyPr>
            <a:noAutofit/>
          </a:bodyPr>
          <a:lstStyle/>
          <a:p>
            <a:r>
              <a:rPr lang="ru-RU" sz="1000" b="1" dirty="0"/>
              <a:t>1. Жизненные ценности — фундамент пирамиды:</a:t>
            </a:r>
            <a:endParaRPr lang="ru-RU" sz="1000" dirty="0"/>
          </a:p>
          <a:p>
            <a:r>
              <a:rPr lang="ru-RU" sz="1000" dirty="0"/>
              <a:t>Наш главный принцип — стремление к финансовой независимости и желание создавать качественный продукт для клиентов.</a:t>
            </a:r>
          </a:p>
          <a:p>
            <a:r>
              <a:rPr lang="ru-RU" sz="1000" b="1" dirty="0"/>
              <a:t>2. Глобальная цель: </a:t>
            </a:r>
            <a:r>
              <a:rPr lang="ru-RU" sz="1000" dirty="0"/>
              <a:t>Открыть лучшую в России сеть студий подкастов с прибылью в 20 миллионов рублей в месяц через 10 лет.</a:t>
            </a:r>
          </a:p>
          <a:p>
            <a:r>
              <a:rPr lang="ru-RU" sz="1000" b="1" dirty="0"/>
              <a:t>3. Генеральный план:</a:t>
            </a:r>
            <a:endParaRPr lang="ru-RU" sz="1000" dirty="0"/>
          </a:p>
          <a:p>
            <a:r>
              <a:rPr lang="ru-RU" sz="1000" dirty="0"/>
              <a:t>Изучить местный рынок и определить целевую аудиторию.</a:t>
            </a:r>
          </a:p>
          <a:p>
            <a:r>
              <a:rPr lang="ru-RU" sz="1000" dirty="0"/>
              <a:t>Составить бизнес-план, учесть все капитальные и ежемесячные затраты и источники притока денежных средств.</a:t>
            </a:r>
          </a:p>
          <a:p>
            <a:r>
              <a:rPr lang="ru-RU" sz="1000" dirty="0"/>
              <a:t>Разработать уникальный концепт, особенность студии.</a:t>
            </a:r>
          </a:p>
          <a:p>
            <a:r>
              <a:rPr lang="ru-RU" sz="1000" dirty="0"/>
              <a:t>Найти финансирование: инвесторы или собственные вложения.</a:t>
            </a:r>
          </a:p>
          <a:p>
            <a:r>
              <a:rPr lang="ru-RU" sz="1000" dirty="0"/>
              <a:t>Найти помещение, оборудование, подготовиться технически.</a:t>
            </a:r>
          </a:p>
          <a:p>
            <a:r>
              <a:rPr lang="ru-RU" sz="1000" dirty="0"/>
              <a:t>Сделать ремонт, нанять сотрудников.</a:t>
            </a:r>
          </a:p>
          <a:p>
            <a:r>
              <a:rPr lang="ru-RU" sz="1000" dirty="0"/>
              <a:t>Запустить маркетинговую кампанию.</a:t>
            </a:r>
          </a:p>
          <a:p>
            <a:r>
              <a:rPr lang="ru-RU" sz="1000" dirty="0"/>
              <a:t>Выйти на стабильную прибыль.</a:t>
            </a:r>
          </a:p>
          <a:p>
            <a:r>
              <a:rPr lang="ru-RU" sz="1000" dirty="0"/>
              <a:t>Открыть вторую студию в городе.</a:t>
            </a:r>
          </a:p>
          <a:p>
            <a:r>
              <a:rPr lang="ru-RU" sz="1000" dirty="0"/>
              <a:t>Сделать сеть студии подкастов по России.</a:t>
            </a:r>
          </a:p>
          <a:p>
            <a:r>
              <a:rPr lang="ru-RU" sz="1000" dirty="0"/>
              <a:t> </a:t>
            </a:r>
          </a:p>
          <a:p>
            <a:pPr marL="0" indent="0">
              <a:buNone/>
            </a:pPr>
            <a:endParaRPr lang="ru-RU" sz="10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6B88C04-6B7B-42F6-AE82-0FFE54227236}"/>
              </a:ext>
            </a:extLst>
          </p:cNvPr>
          <p:cNvSpPr txBox="1">
            <a:spLocks/>
          </p:cNvSpPr>
          <p:nvPr/>
        </p:nvSpPr>
        <p:spPr>
          <a:xfrm>
            <a:off x="829547" y="610440"/>
            <a:ext cx="8534400" cy="1507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Пример описания по методу Франклина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00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64929-F82B-40F6-AF36-005520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33" y="817622"/>
            <a:ext cx="8534400" cy="1507067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ED8F5A-A334-4D98-86B9-5EF7CE49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664" y="1742788"/>
            <a:ext cx="10058400" cy="4023360"/>
          </a:xfrm>
        </p:spPr>
        <p:txBody>
          <a:bodyPr>
            <a:noAutofit/>
          </a:bodyPr>
          <a:lstStyle/>
          <a:p>
            <a:r>
              <a:rPr lang="ru-RU" sz="1000" b="1" dirty="0"/>
              <a:t>4. Долгосрочный план:</a:t>
            </a:r>
            <a:endParaRPr lang="ru-RU" sz="1000" dirty="0"/>
          </a:p>
          <a:p>
            <a:r>
              <a:rPr lang="ru-RU" sz="1000" b="1" dirty="0"/>
              <a:t>На ближайшие три года:</a:t>
            </a:r>
            <a:endParaRPr lang="ru-RU" sz="1000" dirty="0"/>
          </a:p>
          <a:p>
            <a:r>
              <a:rPr lang="ru-RU" sz="1000" dirty="0"/>
              <a:t>Изучить местный рынок, собрать деньги, подготовить бизнес-план, разработать концепт — до января 2026 года.</a:t>
            </a:r>
          </a:p>
          <a:p>
            <a:r>
              <a:rPr lang="ru-RU" sz="1000" dirty="0"/>
              <a:t>Найти помещение, сделать ремонт, закупить оборудование, найти сотрудников и начать работу — до января 2027 года.</a:t>
            </a:r>
          </a:p>
          <a:p>
            <a:r>
              <a:rPr lang="ru-RU" sz="1000" dirty="0"/>
              <a:t>Выйти на стабильную прибыль, готовить условия для франшизы — до января 2028 года.</a:t>
            </a:r>
          </a:p>
          <a:p>
            <a:r>
              <a:rPr lang="ru-RU" sz="1000" b="1" dirty="0"/>
              <a:t>5. Краткосрочный план:</a:t>
            </a:r>
            <a:endParaRPr lang="ru-RU" sz="1000" dirty="0"/>
          </a:p>
          <a:p>
            <a:r>
              <a:rPr lang="ru-RU" sz="1000" dirty="0"/>
              <a:t>Задачи, которые нужно выполнить в течение 3 месяцев:</a:t>
            </a:r>
          </a:p>
          <a:p>
            <a:r>
              <a:rPr lang="ru-RU" sz="1000" dirty="0"/>
              <a:t>изучить рынок, другие проекты;</a:t>
            </a:r>
          </a:p>
          <a:p>
            <a:r>
              <a:rPr lang="ru-RU" sz="1000" dirty="0"/>
              <a:t>составить полный бизнес-план;</a:t>
            </a:r>
          </a:p>
          <a:p>
            <a:r>
              <a:rPr lang="ru-RU" sz="1000" dirty="0"/>
              <a:t>начать поиск средств (если их не хватает);</a:t>
            </a:r>
          </a:p>
          <a:p>
            <a:r>
              <a:rPr lang="ru-RU" sz="1000" dirty="0"/>
              <a:t>начать поиск помещений под аренду.</a:t>
            </a:r>
          </a:p>
          <a:p>
            <a:r>
              <a:rPr lang="ru-RU" sz="1000" b="1" dirty="0"/>
              <a:t>6. План на день:</a:t>
            </a:r>
            <a:endParaRPr lang="ru-RU" sz="1000" dirty="0"/>
          </a:p>
          <a:p>
            <a:r>
              <a:rPr lang="ru-RU" sz="1000" dirty="0"/>
              <a:t>Например, несколько задач на первую неделю:</a:t>
            </a:r>
          </a:p>
          <a:p>
            <a:r>
              <a:rPr lang="ru-RU" sz="1000" dirty="0"/>
              <a:t>выбрать определенные источники для аналитики рынка, собрать полный объем данных, материалов;</a:t>
            </a:r>
          </a:p>
          <a:p>
            <a:r>
              <a:rPr lang="ru-RU" sz="1000" dirty="0"/>
              <a:t>подготовить шаблон бизнес-плана.</a:t>
            </a:r>
          </a:p>
          <a:p>
            <a:r>
              <a:rPr lang="ru-RU" sz="1000" dirty="0"/>
              <a:t> 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12B6D5A-28DA-4838-8392-B8A97BB48E54}"/>
              </a:ext>
            </a:extLst>
          </p:cNvPr>
          <p:cNvSpPr txBox="1">
            <a:spLocks/>
          </p:cNvSpPr>
          <p:nvPr/>
        </p:nvSpPr>
        <p:spPr>
          <a:xfrm>
            <a:off x="829547" y="610440"/>
            <a:ext cx="8534400" cy="1507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Пример описания по методу Франклина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38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363</Words>
  <Application>Microsoft Office PowerPoint</Application>
  <PresentationFormat>Широкоэкранный</PresentationFormat>
  <Paragraphs>43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Ретро</vt:lpstr>
      <vt:lpstr>Практическое занятие № 3</vt:lpstr>
      <vt:lpstr>Пирамида планирования Франклина: структура и основные ступени   </vt:lpstr>
      <vt:lpstr>  </vt:lpstr>
      <vt:lpstr>  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 1</dc:title>
  <dc:creator>shush</dc:creator>
  <cp:lastModifiedBy>shush</cp:lastModifiedBy>
  <cp:revision>5</cp:revision>
  <dcterms:created xsi:type="dcterms:W3CDTF">2025-12-10T07:31:36Z</dcterms:created>
  <dcterms:modified xsi:type="dcterms:W3CDTF">2025-12-10T08:08:58Z</dcterms:modified>
</cp:coreProperties>
</file>