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2" r:id="rId3"/>
    <p:sldId id="263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1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1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89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9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3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2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0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30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1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8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513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1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1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3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D8CA0-D56B-4E9C-8A47-3D2D92D1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25DD-E66F-48A8-A2BA-EDA8A54B0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1. Рефлексия «Письмо из будущего»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Техника призвана помочь вам прояснить долгосрочные цели и ценности.</a:t>
            </a:r>
            <a:br>
              <a:rPr lang="ru-RU" dirty="0"/>
            </a:br>
            <a:r>
              <a:rPr lang="ru-RU" dirty="0"/>
              <a:t>Представьте, что сейчас 2035 год, будущая версия вас пишет письмо в 2025 год.</a:t>
            </a:r>
          </a:p>
          <a:p>
            <a:r>
              <a:rPr lang="ru-RU" dirty="0"/>
              <a:t>Опишите, чего вы достигли, какой стала ваша жизнь, что вы цените.</a:t>
            </a:r>
          </a:p>
          <a:p>
            <a:r>
              <a:rPr lang="ru-RU" dirty="0"/>
              <a:t>Будьте конкретны: где вы живете? Чем занимаетесь? Кто рядом с вами?</a:t>
            </a:r>
          </a:p>
          <a:p>
            <a:pPr marL="0" indent="0">
              <a:buNone/>
            </a:pPr>
            <a:r>
              <a:rPr lang="ru-RU" dirty="0"/>
              <a:t>Такое «путешествие во времени» значительно повышает мотивацию и ясность целей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11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D8CA0-D56B-4E9C-8A47-3D2D92D1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25DD-E66F-48A8-A2BA-EDA8A54B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91273"/>
            <a:ext cx="9601196" cy="37671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2. Рефлексия «Вклад окружения»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Техника призвана помочь вам определить полезные навыки и качества, которые приобрели благодаря/ из-за взаимодействия с близким и дальним кругом людей, а также высвободить ресурсы для реализации своих целей.</a:t>
            </a:r>
          </a:p>
          <a:p>
            <a:pPr marL="0" indent="0">
              <a:buNone/>
            </a:pPr>
            <a:r>
              <a:rPr lang="ru-RU" dirty="0"/>
              <a:t>Что необходимо  сделать: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Определить перечень лиц, к которым у Вас имеются внутренние несогласия/ претензии/ обиды и пр. ( то, что вызывает негативные чувства ввиду того, что на ваш взгляд отношение к вам было несправедливым. Например, слишком большой спрос был со стороны конкретного учителя в школе, не было поддержки и внимания со стороны конкретного родителя (были предоставлены сами себе, а хотелось внимания и поддержки) и пр.)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Опишите, какие качества Вы приобрели «благодаря» тому, что с вами «поступали не так» ( например, стал  самостоятельным во всех вопросах, научился добиваться целей и пробиваться, научился разбираться в сложных вопросах и пр.)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0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345</TotalTime>
  <Words>297</Words>
  <Application>Microsoft Office PowerPoint</Application>
  <PresentationFormat>Широкоэкранный</PresentationFormat>
  <Paragraphs>18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Garamond</vt:lpstr>
      <vt:lpstr>Натуральные материалы</vt:lpstr>
      <vt:lpstr>Практическое занятие № 5</vt:lpstr>
      <vt:lpstr>Задание 1 </vt:lpstr>
      <vt:lpstr>Задание 2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 03.11.2025</dc:title>
  <dc:creator>shush</dc:creator>
  <cp:lastModifiedBy>shush</cp:lastModifiedBy>
  <cp:revision>9</cp:revision>
  <dcterms:created xsi:type="dcterms:W3CDTF">2025-10-28T13:44:26Z</dcterms:created>
  <dcterms:modified xsi:type="dcterms:W3CDTF">2025-12-10T08:13:43Z</dcterms:modified>
</cp:coreProperties>
</file>